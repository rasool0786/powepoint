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5"/>
  </p:notesMasterIdLst>
  <p:sldIdLst>
    <p:sldId id="340" r:id="rId2"/>
    <p:sldId id="316" r:id="rId3"/>
    <p:sldId id="311" r:id="rId4"/>
    <p:sldId id="341" r:id="rId5"/>
    <p:sldId id="326" r:id="rId6"/>
    <p:sldId id="318" r:id="rId7"/>
    <p:sldId id="319" r:id="rId8"/>
    <p:sldId id="320" r:id="rId9"/>
    <p:sldId id="327" r:id="rId10"/>
    <p:sldId id="315" r:id="rId11"/>
    <p:sldId id="313" r:id="rId12"/>
    <p:sldId id="312" r:id="rId13"/>
    <p:sldId id="314" r:id="rId14"/>
    <p:sldId id="342" r:id="rId15"/>
    <p:sldId id="283" r:id="rId16"/>
    <p:sldId id="310"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Lst>
  <p:sldSz cx="12192000" cy="6858000"/>
  <p:notesSz cx="6858000" cy="9144000"/>
  <p:embeddedFontLst>
    <p:embeddedFont>
      <p:font typeface="B Titr" panose="00000700000000000000" pitchFamily="2" charset="-78"/>
      <p:bold r:id="rId36"/>
    </p:embeddedFont>
    <p:embeddedFont>
      <p:font typeface="IRAN(FaNum)" panose="020B0604020202020204" charset="-78"/>
      <p:regular r:id="rId37"/>
      <p:bold r:id="rId38"/>
    </p:embeddedFont>
    <p:embeddedFont>
      <p:font typeface="Oswald" panose="00000500000000000000" pitchFamily="2" charset="0"/>
      <p:regular r:id="rId39"/>
    </p:embeddedFont>
    <p:embeddedFont>
      <p:font typeface="Roboto Condensed" panose="02000000000000000000" pitchFamily="2"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672"/>
    <a:srgbClr val="4D7731"/>
    <a:srgbClr val="EFD9D1"/>
    <a:srgbClr val="E8F3E1"/>
    <a:srgbClr val="92A08C"/>
    <a:srgbClr val="85BD5F"/>
    <a:srgbClr val="BBD0CF"/>
    <a:srgbClr val="CDE1F3"/>
    <a:srgbClr val="A9D18E"/>
    <a:srgbClr val="B2C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7" d="100"/>
          <a:sy n="77" d="100"/>
        </p:scale>
        <p:origin x="5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rgbClr val="92A08C"/>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736-4AD4-ADD8-65B9073E671E}"/>
            </c:ext>
          </c:extLst>
        </c:ser>
        <c:ser>
          <c:idx val="1"/>
          <c:order val="1"/>
          <c:tx>
            <c:strRef>
              <c:f>Sheet1!$C$1</c:f>
              <c:strCache>
                <c:ptCount val="1"/>
                <c:pt idx="0">
                  <c:v>Series 2</c:v>
                </c:pt>
              </c:strCache>
            </c:strRef>
          </c:tx>
          <c:spPr>
            <a:solidFill>
              <a:srgbClr val="EFD9D1"/>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736-4AD4-ADD8-65B9073E671E}"/>
            </c:ext>
          </c:extLst>
        </c:ser>
        <c:ser>
          <c:idx val="2"/>
          <c:order val="2"/>
          <c:tx>
            <c:strRef>
              <c:f>Sheet1!$D$1</c:f>
              <c:strCache>
                <c:ptCount val="1"/>
                <c:pt idx="0">
                  <c:v>Series 3</c:v>
                </c:pt>
              </c:strCache>
            </c:strRef>
          </c:tx>
          <c:spPr>
            <a:solidFill>
              <a:srgbClr val="BBD0CF"/>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736-4AD4-ADD8-65B9073E671E}"/>
            </c:ext>
          </c:extLst>
        </c:ser>
        <c:dLbls>
          <c:showLegendKey val="0"/>
          <c:showVal val="0"/>
          <c:showCatName val="0"/>
          <c:showSerName val="0"/>
          <c:showPercent val="0"/>
          <c:showBubbleSize val="0"/>
        </c:dLbls>
        <c:gapWidth val="150"/>
        <c:overlap val="100"/>
        <c:axId val="585865103"/>
        <c:axId val="467236847"/>
      </c:barChart>
      <c:catAx>
        <c:axId val="585865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7236847"/>
        <c:crosses val="autoZero"/>
        <c:auto val="1"/>
        <c:lblAlgn val="ctr"/>
        <c:lblOffset val="100"/>
        <c:noMultiLvlLbl val="0"/>
      </c:catAx>
      <c:valAx>
        <c:axId val="4672368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858651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92A08C"/>
              </a:solidFill>
              <a:ln w="19050">
                <a:solidFill>
                  <a:schemeClr val="lt1"/>
                </a:solidFill>
              </a:ln>
              <a:effectLst/>
            </c:spPr>
            <c:extLst>
              <c:ext xmlns:c16="http://schemas.microsoft.com/office/drawing/2014/chart" uri="{C3380CC4-5D6E-409C-BE32-E72D297353CC}">
                <c16:uniqueId val="{00000004-C53A-492D-9A39-89B6D49AD0AF}"/>
              </c:ext>
            </c:extLst>
          </c:dPt>
          <c:dPt>
            <c:idx val="1"/>
            <c:bubble3D val="0"/>
            <c:spPr>
              <a:solidFill>
                <a:srgbClr val="EFD9D1"/>
              </a:solidFill>
              <a:ln w="19050">
                <a:solidFill>
                  <a:schemeClr val="lt1"/>
                </a:solidFill>
              </a:ln>
              <a:effectLst/>
            </c:spPr>
            <c:extLst>
              <c:ext xmlns:c16="http://schemas.microsoft.com/office/drawing/2014/chart" uri="{C3380CC4-5D6E-409C-BE32-E72D297353CC}">
                <c16:uniqueId val="{00000001-C53A-492D-9A39-89B6D49AD0AF}"/>
              </c:ext>
            </c:extLst>
          </c:dPt>
          <c:dPt>
            <c:idx val="2"/>
            <c:bubble3D val="0"/>
            <c:spPr>
              <a:solidFill>
                <a:srgbClr val="CDE1F3"/>
              </a:solidFill>
              <a:ln w="19050">
                <a:solidFill>
                  <a:schemeClr val="lt1"/>
                </a:solidFill>
              </a:ln>
              <a:effectLst/>
            </c:spPr>
            <c:extLst>
              <c:ext xmlns:c16="http://schemas.microsoft.com/office/drawing/2014/chart" uri="{C3380CC4-5D6E-409C-BE32-E72D297353CC}">
                <c16:uniqueId val="{00000002-C53A-492D-9A39-89B6D49AD0AF}"/>
              </c:ext>
            </c:extLst>
          </c:dPt>
          <c:dPt>
            <c:idx val="3"/>
            <c:bubble3D val="0"/>
            <c:spPr>
              <a:solidFill>
                <a:srgbClr val="BBD0CF"/>
              </a:solidFill>
              <a:ln w="19050">
                <a:solidFill>
                  <a:schemeClr val="lt1"/>
                </a:solidFill>
              </a:ln>
              <a:effectLst/>
            </c:spPr>
            <c:extLst>
              <c:ext xmlns:c16="http://schemas.microsoft.com/office/drawing/2014/chart" uri="{C3380CC4-5D6E-409C-BE32-E72D297353CC}">
                <c16:uniqueId val="{00000003-C53A-492D-9A39-89B6D49AD0A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53A-492D-9A39-89B6D49AD0AF}"/>
            </c:ext>
          </c:extLst>
        </c:ser>
        <c:dLbls>
          <c:showLegendKey val="0"/>
          <c:showVal val="0"/>
          <c:showCatName val="0"/>
          <c:showSerName val="0"/>
          <c:showPercent val="0"/>
          <c:showBubbleSize val="0"/>
          <c:showLeaderLines val="1"/>
        </c:dLbls>
        <c:firstSliceAng val="0"/>
      </c:pieChart>
      <c:spPr>
        <a:noFill/>
        <a:ln>
          <a:noFill/>
        </a:ln>
        <a:effectLst/>
      </c:spPr>
    </c:plotArea>
    <c:legend>
      <c:legendPos val="l"/>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5E244-EC32-40B2-8BB8-20B59D54CBBE}"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97036-3AB2-4FCC-9DA5-B7E65DB45379}" type="slidenum">
              <a:rPr lang="en-US" smtClean="0"/>
              <a:t>‹#›</a:t>
            </a:fld>
            <a:endParaRPr lang="en-US"/>
          </a:p>
        </p:txBody>
      </p:sp>
    </p:spTree>
    <p:extLst>
      <p:ext uri="{BB962C8B-B14F-4D97-AF65-F5344CB8AC3E}">
        <p14:creationId xmlns:p14="http://schemas.microsoft.com/office/powerpoint/2010/main" val="330077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ABDA4-2B19-08E6-D6FB-2EAB82FE3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44CDBA-3AF0-2E2D-EDC2-44D087D0E4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07632F-8D20-7F59-5C8B-0DEE20D10A16}"/>
              </a:ext>
            </a:extLst>
          </p:cNvPr>
          <p:cNvSpPr>
            <a:spLocks noGrp="1"/>
          </p:cNvSpPr>
          <p:nvPr>
            <p:ph type="dt" sz="half" idx="10"/>
          </p:nvPr>
        </p:nvSpPr>
        <p:spPr/>
        <p:txBody>
          <a:bodyPr/>
          <a:lstStyle/>
          <a:p>
            <a:fld id="{59B9B813-F47E-41FC-8570-D073C4526928}" type="datetime1">
              <a:rPr lang="en-US" smtClean="0"/>
              <a:t>10/7/2026</a:t>
            </a:fld>
            <a:endParaRPr lang="en-US"/>
          </a:p>
        </p:txBody>
      </p:sp>
      <p:sp>
        <p:nvSpPr>
          <p:cNvPr id="5" name="Footer Placeholder 4">
            <a:extLst>
              <a:ext uri="{FF2B5EF4-FFF2-40B4-BE49-F238E27FC236}">
                <a16:creationId xmlns:a16="http://schemas.microsoft.com/office/drawing/2014/main" id="{A928A773-0B59-8E4E-5CC5-ED1F1DC291A9}"/>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2A187B53-F4C8-54E1-6E5B-89F34D692C2E}"/>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1185778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66285-7EF5-6FB1-E08B-EB5E3EC6C0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24A03A-3650-3214-B04B-0ED1918776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CAA5F-1BC0-49E2-9D0E-E57A09632451}"/>
              </a:ext>
            </a:extLst>
          </p:cNvPr>
          <p:cNvSpPr>
            <a:spLocks noGrp="1"/>
          </p:cNvSpPr>
          <p:nvPr>
            <p:ph type="dt" sz="half" idx="10"/>
          </p:nvPr>
        </p:nvSpPr>
        <p:spPr/>
        <p:txBody>
          <a:bodyPr/>
          <a:lstStyle/>
          <a:p>
            <a:fld id="{2B660971-F99C-434A-B49B-DEB8486E5B9B}" type="datetime1">
              <a:rPr lang="en-US" smtClean="0"/>
              <a:t>10/7/2026</a:t>
            </a:fld>
            <a:endParaRPr lang="en-US"/>
          </a:p>
        </p:txBody>
      </p:sp>
      <p:sp>
        <p:nvSpPr>
          <p:cNvPr id="5" name="Footer Placeholder 4">
            <a:extLst>
              <a:ext uri="{FF2B5EF4-FFF2-40B4-BE49-F238E27FC236}">
                <a16:creationId xmlns:a16="http://schemas.microsoft.com/office/drawing/2014/main" id="{E17D677D-FA93-3ECF-7C89-3E41AEED8111}"/>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88EF4602-CD77-5882-DCC2-2848EE9D5A08}"/>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1229064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5C70-549D-5806-20CA-D5E9DD29C7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E94A03-8AD1-137F-D988-8BF88E12C5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2E89CA-8C74-D548-390E-60CF2ADC08C0}"/>
              </a:ext>
            </a:extLst>
          </p:cNvPr>
          <p:cNvSpPr>
            <a:spLocks noGrp="1"/>
          </p:cNvSpPr>
          <p:nvPr>
            <p:ph type="dt" sz="half" idx="10"/>
          </p:nvPr>
        </p:nvSpPr>
        <p:spPr/>
        <p:txBody>
          <a:bodyPr/>
          <a:lstStyle/>
          <a:p>
            <a:fld id="{4FC65FC3-D3A2-4C9B-AFB9-B2E191967FF2}" type="datetime1">
              <a:rPr lang="en-US" smtClean="0"/>
              <a:t>10/7/2026</a:t>
            </a:fld>
            <a:endParaRPr lang="en-US"/>
          </a:p>
        </p:txBody>
      </p:sp>
      <p:sp>
        <p:nvSpPr>
          <p:cNvPr id="5" name="Footer Placeholder 4">
            <a:extLst>
              <a:ext uri="{FF2B5EF4-FFF2-40B4-BE49-F238E27FC236}">
                <a16:creationId xmlns:a16="http://schemas.microsoft.com/office/drawing/2014/main" id="{F929B8C7-8F61-7AEE-0603-E6E0AAF9AC59}"/>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84EB1D3E-BBBA-94E5-9069-0C2AE7FDD797}"/>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1394885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B7B3E-92A9-75F1-6960-3E84264BED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299531-2C03-7F8A-3144-E24C7B4BF6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638313-5E5F-E07C-6DCC-4FC324C406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B68811-A3C3-AFD7-6AA7-800F6C477F28}"/>
              </a:ext>
            </a:extLst>
          </p:cNvPr>
          <p:cNvSpPr>
            <a:spLocks noGrp="1"/>
          </p:cNvSpPr>
          <p:nvPr>
            <p:ph type="dt" sz="half" idx="10"/>
          </p:nvPr>
        </p:nvSpPr>
        <p:spPr/>
        <p:txBody>
          <a:bodyPr/>
          <a:lstStyle/>
          <a:p>
            <a:fld id="{BFFDF2EB-EAC7-4E09-AD9D-89876088238D}" type="datetime1">
              <a:rPr lang="en-US" smtClean="0"/>
              <a:t>10/7/2026</a:t>
            </a:fld>
            <a:endParaRPr lang="en-US"/>
          </a:p>
        </p:txBody>
      </p:sp>
      <p:sp>
        <p:nvSpPr>
          <p:cNvPr id="6" name="Footer Placeholder 5">
            <a:extLst>
              <a:ext uri="{FF2B5EF4-FFF2-40B4-BE49-F238E27FC236}">
                <a16:creationId xmlns:a16="http://schemas.microsoft.com/office/drawing/2014/main" id="{7364811F-9CA0-CB78-D0F4-5B9C87B1C8F6}"/>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0F69B611-08CA-9718-3F1D-7C7AB2046956}"/>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234086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716D-CE79-E121-AC5B-98CCC7BEAF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C75658-885E-B82E-12D6-208A749817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058729-122C-4300-7EC7-43693FB01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29CCA4-F9A7-F764-8832-8C6FC1CF54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B17BE8-F18B-4DB7-F7BB-7449CF7177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D7389F-4FF1-F21A-CF28-5531F8FC36B5}"/>
              </a:ext>
            </a:extLst>
          </p:cNvPr>
          <p:cNvSpPr>
            <a:spLocks noGrp="1"/>
          </p:cNvSpPr>
          <p:nvPr>
            <p:ph type="dt" sz="half" idx="10"/>
          </p:nvPr>
        </p:nvSpPr>
        <p:spPr/>
        <p:txBody>
          <a:bodyPr/>
          <a:lstStyle/>
          <a:p>
            <a:fld id="{8966D388-E2EA-4E31-B74B-A7B8D9ACCA48}" type="datetime1">
              <a:rPr lang="en-US" smtClean="0"/>
              <a:t>10/7/2026</a:t>
            </a:fld>
            <a:endParaRPr lang="en-US"/>
          </a:p>
        </p:txBody>
      </p:sp>
      <p:sp>
        <p:nvSpPr>
          <p:cNvPr id="8" name="Footer Placeholder 7">
            <a:extLst>
              <a:ext uri="{FF2B5EF4-FFF2-40B4-BE49-F238E27FC236}">
                <a16:creationId xmlns:a16="http://schemas.microsoft.com/office/drawing/2014/main" id="{0C86024A-8911-C6DC-DE33-C67B12E443E0}"/>
              </a:ext>
            </a:extLst>
          </p:cNvPr>
          <p:cNvSpPr>
            <a:spLocks noGrp="1"/>
          </p:cNvSpPr>
          <p:nvPr>
            <p:ph type="ftr" sz="quarter" idx="11"/>
          </p:nvPr>
        </p:nvSpPr>
        <p:spPr/>
        <p:txBody>
          <a:bodyPr/>
          <a:lstStyle/>
          <a:p>
            <a:endParaRPr lang="en-US"/>
          </a:p>
        </p:txBody>
      </p:sp>
      <p:sp>
        <p:nvSpPr>
          <p:cNvPr id="10" name="Slide Number Placeholder 5">
            <a:extLst>
              <a:ext uri="{FF2B5EF4-FFF2-40B4-BE49-F238E27FC236}">
                <a16:creationId xmlns:a16="http://schemas.microsoft.com/office/drawing/2014/main" id="{75E7D5BE-D732-C3AA-BD40-63E540FC02D0}"/>
              </a:ext>
            </a:extLst>
          </p:cNvPr>
          <p:cNvSpPr>
            <a:spLocks noGrp="1"/>
          </p:cNvSpPr>
          <p:nvPr>
            <p:ph type="sldNum" sz="quarter" idx="12"/>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960494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F278-71B4-2AC0-1A58-8D2DA2095E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6E3161-5CAD-94B3-E9C8-A7F87B0B1ED8}"/>
              </a:ext>
            </a:extLst>
          </p:cNvPr>
          <p:cNvSpPr>
            <a:spLocks noGrp="1"/>
          </p:cNvSpPr>
          <p:nvPr>
            <p:ph type="dt" sz="half" idx="10"/>
          </p:nvPr>
        </p:nvSpPr>
        <p:spPr/>
        <p:txBody>
          <a:bodyPr/>
          <a:lstStyle/>
          <a:p>
            <a:fld id="{8A3F44BB-F871-41F9-A744-3CC1810C682B}" type="datetime1">
              <a:rPr lang="en-US" smtClean="0"/>
              <a:t>10/7/2026</a:t>
            </a:fld>
            <a:endParaRPr lang="en-US"/>
          </a:p>
        </p:txBody>
      </p:sp>
      <p:sp>
        <p:nvSpPr>
          <p:cNvPr id="4" name="Footer Placeholder 3">
            <a:extLst>
              <a:ext uri="{FF2B5EF4-FFF2-40B4-BE49-F238E27FC236}">
                <a16:creationId xmlns:a16="http://schemas.microsoft.com/office/drawing/2014/main" id="{187C00BC-2B5E-C349-48F3-FBBB67C034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87C8C-6560-E8F0-29D0-BC23D3255AC2}"/>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3839752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D08093EE-8EE6-4739-AE3B-EC0467B7999D}"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B987FF2F-74F8-17F0-DAFC-97D7B4E7D527}"/>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25063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EA5D443-0A11-7419-21C3-F1C1ACBE5A62}"/>
              </a:ext>
            </a:extLst>
          </p:cNvPr>
          <p:cNvSpPr>
            <a:spLocks noGrp="1"/>
          </p:cNvSpPr>
          <p:nvPr>
            <p:ph type="pic" sz="quarter" idx="13"/>
          </p:nvPr>
        </p:nvSpPr>
        <p:spPr>
          <a:xfrm>
            <a:off x="348024" y="514351"/>
            <a:ext cx="5398257" cy="5829298"/>
          </a:xfrm>
          <a:custGeom>
            <a:avLst/>
            <a:gdLst>
              <a:gd name="connsiteX0" fmla="*/ 576048 w 5398257"/>
              <a:gd name="connsiteY0" fmla="*/ 0 h 5829298"/>
              <a:gd name="connsiteX1" fmla="*/ 4822209 w 5398257"/>
              <a:gd name="connsiteY1" fmla="*/ 0 h 5829298"/>
              <a:gd name="connsiteX2" fmla="*/ 5398257 w 5398257"/>
              <a:gd name="connsiteY2" fmla="*/ 576048 h 5829298"/>
              <a:gd name="connsiteX3" fmla="*/ 5398257 w 5398257"/>
              <a:gd name="connsiteY3" fmla="*/ 5253250 h 5829298"/>
              <a:gd name="connsiteX4" fmla="*/ 4822209 w 5398257"/>
              <a:gd name="connsiteY4" fmla="*/ 5829298 h 5829298"/>
              <a:gd name="connsiteX5" fmla="*/ 576048 w 5398257"/>
              <a:gd name="connsiteY5" fmla="*/ 5829298 h 5829298"/>
              <a:gd name="connsiteX6" fmla="*/ 0 w 5398257"/>
              <a:gd name="connsiteY6" fmla="*/ 5253250 h 5829298"/>
              <a:gd name="connsiteX7" fmla="*/ 0 w 5398257"/>
              <a:gd name="connsiteY7" fmla="*/ 576048 h 5829298"/>
              <a:gd name="connsiteX8" fmla="*/ 576048 w 5398257"/>
              <a:gd name="connsiteY8" fmla="*/ 0 h 582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257" h="5829298">
                <a:moveTo>
                  <a:pt x="576048" y="0"/>
                </a:moveTo>
                <a:lnTo>
                  <a:pt x="4822209" y="0"/>
                </a:lnTo>
                <a:cubicBezTo>
                  <a:pt x="5140352" y="0"/>
                  <a:pt x="5398257" y="257905"/>
                  <a:pt x="5398257" y="576048"/>
                </a:cubicBezTo>
                <a:lnTo>
                  <a:pt x="5398257" y="5253250"/>
                </a:lnTo>
                <a:cubicBezTo>
                  <a:pt x="5398257" y="5571393"/>
                  <a:pt x="5140352" y="5829298"/>
                  <a:pt x="4822209" y="5829298"/>
                </a:cubicBezTo>
                <a:lnTo>
                  <a:pt x="576048" y="5829298"/>
                </a:lnTo>
                <a:cubicBezTo>
                  <a:pt x="257905" y="5829298"/>
                  <a:pt x="0" y="5571393"/>
                  <a:pt x="0" y="5253250"/>
                </a:cubicBezTo>
                <a:lnTo>
                  <a:pt x="0" y="576048"/>
                </a:lnTo>
                <a:cubicBezTo>
                  <a:pt x="0" y="257905"/>
                  <a:pt x="257905" y="0"/>
                  <a:pt x="576048"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5F10E772-B8A8-4CDC-AA2F-258F40BBC650}"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2E133948-A932-9E34-058F-543F45789B66}"/>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2333677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1CF250E-462E-9F4A-7473-09DBA64DDB55}"/>
              </a:ext>
            </a:extLst>
          </p:cNvPr>
          <p:cNvSpPr>
            <a:spLocks noGrp="1"/>
          </p:cNvSpPr>
          <p:nvPr>
            <p:ph type="pic" sz="quarter" idx="13"/>
          </p:nvPr>
        </p:nvSpPr>
        <p:spPr>
          <a:xfrm>
            <a:off x="1100141" y="3867150"/>
            <a:ext cx="9991720" cy="2575690"/>
          </a:xfrm>
          <a:custGeom>
            <a:avLst/>
            <a:gdLst>
              <a:gd name="connsiteX0" fmla="*/ 478228 w 9991720"/>
              <a:gd name="connsiteY0" fmla="*/ 0 h 2575690"/>
              <a:gd name="connsiteX1" fmla="*/ 9513492 w 9991720"/>
              <a:gd name="connsiteY1" fmla="*/ 0 h 2575690"/>
              <a:gd name="connsiteX2" fmla="*/ 9991720 w 9991720"/>
              <a:gd name="connsiteY2" fmla="*/ 478228 h 2575690"/>
              <a:gd name="connsiteX3" fmla="*/ 9991720 w 9991720"/>
              <a:gd name="connsiteY3" fmla="*/ 2097462 h 2575690"/>
              <a:gd name="connsiteX4" fmla="*/ 9513492 w 9991720"/>
              <a:gd name="connsiteY4" fmla="*/ 2575690 h 2575690"/>
              <a:gd name="connsiteX5" fmla="*/ 478228 w 9991720"/>
              <a:gd name="connsiteY5" fmla="*/ 2575690 h 2575690"/>
              <a:gd name="connsiteX6" fmla="*/ 0 w 9991720"/>
              <a:gd name="connsiteY6" fmla="*/ 2097462 h 2575690"/>
              <a:gd name="connsiteX7" fmla="*/ 0 w 9991720"/>
              <a:gd name="connsiteY7" fmla="*/ 478228 h 2575690"/>
              <a:gd name="connsiteX8" fmla="*/ 478228 w 9991720"/>
              <a:gd name="connsiteY8" fmla="*/ 0 h 257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1720" h="2575690">
                <a:moveTo>
                  <a:pt x="478228" y="0"/>
                </a:moveTo>
                <a:lnTo>
                  <a:pt x="9513492" y="0"/>
                </a:lnTo>
                <a:cubicBezTo>
                  <a:pt x="9777610" y="0"/>
                  <a:pt x="9991720" y="214110"/>
                  <a:pt x="9991720" y="478228"/>
                </a:cubicBezTo>
                <a:lnTo>
                  <a:pt x="9991720" y="2097462"/>
                </a:lnTo>
                <a:cubicBezTo>
                  <a:pt x="9991720" y="2361580"/>
                  <a:pt x="9777610" y="2575690"/>
                  <a:pt x="9513492" y="2575690"/>
                </a:cubicBezTo>
                <a:lnTo>
                  <a:pt x="478228" y="2575690"/>
                </a:lnTo>
                <a:cubicBezTo>
                  <a:pt x="214110" y="2575690"/>
                  <a:pt x="0" y="2361580"/>
                  <a:pt x="0" y="2097462"/>
                </a:cubicBezTo>
                <a:lnTo>
                  <a:pt x="0" y="478228"/>
                </a:lnTo>
                <a:cubicBezTo>
                  <a:pt x="0" y="214110"/>
                  <a:pt x="214110" y="0"/>
                  <a:pt x="478228"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6B7102CB-A800-41D7-B64A-7BCD023D574A}"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96710B28-539E-8952-8736-056C2C8BF732}"/>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2103303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A995639F-6689-B238-872F-654E6CF1C174}"/>
              </a:ext>
            </a:extLst>
          </p:cNvPr>
          <p:cNvSpPr>
            <a:spLocks noGrp="1"/>
          </p:cNvSpPr>
          <p:nvPr>
            <p:ph type="pic" sz="quarter" idx="14"/>
          </p:nvPr>
        </p:nvSpPr>
        <p:spPr>
          <a:xfrm>
            <a:off x="7016139" y="2202598"/>
            <a:ext cx="2853258" cy="2813304"/>
          </a:xfrm>
          <a:custGeom>
            <a:avLst/>
            <a:gdLst>
              <a:gd name="connsiteX0" fmla="*/ 1426629 w 2853258"/>
              <a:gd name="connsiteY0" fmla="*/ 0 h 2813304"/>
              <a:gd name="connsiteX1" fmla="*/ 2853258 w 2853258"/>
              <a:gd name="connsiteY1" fmla="*/ 1406652 h 2813304"/>
              <a:gd name="connsiteX2" fmla="*/ 1426629 w 2853258"/>
              <a:gd name="connsiteY2" fmla="*/ 2813304 h 2813304"/>
              <a:gd name="connsiteX3" fmla="*/ 0 w 2853258"/>
              <a:gd name="connsiteY3" fmla="*/ 1406652 h 2813304"/>
              <a:gd name="connsiteX4" fmla="*/ 1426629 w 2853258"/>
              <a:gd name="connsiteY4" fmla="*/ 0 h 2813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58" h="2813304">
                <a:moveTo>
                  <a:pt x="1426629" y="0"/>
                </a:moveTo>
                <a:cubicBezTo>
                  <a:pt x="2214534" y="0"/>
                  <a:pt x="2853258" y="629780"/>
                  <a:pt x="2853258" y="1406652"/>
                </a:cubicBezTo>
                <a:cubicBezTo>
                  <a:pt x="2853258" y="2183524"/>
                  <a:pt x="2214534" y="2813304"/>
                  <a:pt x="1426629" y="2813304"/>
                </a:cubicBezTo>
                <a:cubicBezTo>
                  <a:pt x="638724" y="2813304"/>
                  <a:pt x="0" y="2183524"/>
                  <a:pt x="0" y="1406652"/>
                </a:cubicBezTo>
                <a:cubicBezTo>
                  <a:pt x="0" y="629780"/>
                  <a:pt x="638724" y="0"/>
                  <a:pt x="1426629" y="0"/>
                </a:cubicBezTo>
                <a:close/>
              </a:path>
            </a:pathLst>
          </a:custGeom>
        </p:spPr>
        <p:txBody>
          <a:bodyPr wrap="square">
            <a:noAutofit/>
          </a:bodyPr>
          <a:lstStyle>
            <a:lvl1pPr rtl="0">
              <a:defRPr/>
            </a:lvl1pPr>
          </a:lstStyle>
          <a:p>
            <a:endParaRPr lang="en-US"/>
          </a:p>
        </p:txBody>
      </p:sp>
      <p:sp>
        <p:nvSpPr>
          <p:cNvPr id="17" name="Picture Placeholder 16">
            <a:extLst>
              <a:ext uri="{FF2B5EF4-FFF2-40B4-BE49-F238E27FC236}">
                <a16:creationId xmlns:a16="http://schemas.microsoft.com/office/drawing/2014/main" id="{8C0D4933-0B41-3C70-8A8C-0761507DBCE4}"/>
              </a:ext>
            </a:extLst>
          </p:cNvPr>
          <p:cNvSpPr>
            <a:spLocks noGrp="1"/>
          </p:cNvSpPr>
          <p:nvPr>
            <p:ph type="pic" sz="quarter" idx="13"/>
          </p:nvPr>
        </p:nvSpPr>
        <p:spPr>
          <a:xfrm>
            <a:off x="2322602" y="2202598"/>
            <a:ext cx="2853258" cy="2813304"/>
          </a:xfrm>
          <a:custGeom>
            <a:avLst/>
            <a:gdLst>
              <a:gd name="connsiteX0" fmla="*/ 1426629 w 2853258"/>
              <a:gd name="connsiteY0" fmla="*/ 0 h 2813304"/>
              <a:gd name="connsiteX1" fmla="*/ 2853258 w 2853258"/>
              <a:gd name="connsiteY1" fmla="*/ 1406652 h 2813304"/>
              <a:gd name="connsiteX2" fmla="*/ 1426629 w 2853258"/>
              <a:gd name="connsiteY2" fmla="*/ 2813304 h 2813304"/>
              <a:gd name="connsiteX3" fmla="*/ 0 w 2853258"/>
              <a:gd name="connsiteY3" fmla="*/ 1406652 h 2813304"/>
              <a:gd name="connsiteX4" fmla="*/ 1426629 w 2853258"/>
              <a:gd name="connsiteY4" fmla="*/ 0 h 2813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3258" h="2813304">
                <a:moveTo>
                  <a:pt x="1426629" y="0"/>
                </a:moveTo>
                <a:cubicBezTo>
                  <a:pt x="2214534" y="0"/>
                  <a:pt x="2853258" y="629780"/>
                  <a:pt x="2853258" y="1406652"/>
                </a:cubicBezTo>
                <a:cubicBezTo>
                  <a:pt x="2853258" y="2183524"/>
                  <a:pt x="2214534" y="2813304"/>
                  <a:pt x="1426629" y="2813304"/>
                </a:cubicBezTo>
                <a:cubicBezTo>
                  <a:pt x="638724" y="2813304"/>
                  <a:pt x="0" y="2183524"/>
                  <a:pt x="0" y="1406652"/>
                </a:cubicBezTo>
                <a:cubicBezTo>
                  <a:pt x="0" y="629780"/>
                  <a:pt x="638724" y="0"/>
                  <a:pt x="1426629"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291B34C7-96F0-4703-8CC4-A856A59FC246}"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73A612F4-F97D-5307-2155-772A1D6AC19B}"/>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4252992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CDE64A9-B0E9-88A5-C521-C4649A584B43}"/>
              </a:ext>
            </a:extLst>
          </p:cNvPr>
          <p:cNvSpPr>
            <a:spLocks noGrp="1"/>
          </p:cNvSpPr>
          <p:nvPr>
            <p:ph type="pic" sz="quarter" idx="13"/>
          </p:nvPr>
        </p:nvSpPr>
        <p:spPr>
          <a:xfrm>
            <a:off x="6591301" y="323850"/>
            <a:ext cx="5314949" cy="6163652"/>
          </a:xfrm>
          <a:custGeom>
            <a:avLst/>
            <a:gdLst>
              <a:gd name="connsiteX0" fmla="*/ 301623 w 5314949"/>
              <a:gd name="connsiteY0" fmla="*/ 0 h 7704751"/>
              <a:gd name="connsiteX1" fmla="*/ 5013326 w 5314949"/>
              <a:gd name="connsiteY1" fmla="*/ 0 h 7704751"/>
              <a:gd name="connsiteX2" fmla="*/ 5314949 w 5314949"/>
              <a:gd name="connsiteY2" fmla="*/ 301623 h 7704751"/>
              <a:gd name="connsiteX3" fmla="*/ 5314949 w 5314949"/>
              <a:gd name="connsiteY3" fmla="*/ 7403128 h 7704751"/>
              <a:gd name="connsiteX4" fmla="*/ 5013326 w 5314949"/>
              <a:gd name="connsiteY4" fmla="*/ 7704751 h 7704751"/>
              <a:gd name="connsiteX5" fmla="*/ 301623 w 5314949"/>
              <a:gd name="connsiteY5" fmla="*/ 7704751 h 7704751"/>
              <a:gd name="connsiteX6" fmla="*/ 0 w 5314949"/>
              <a:gd name="connsiteY6" fmla="*/ 7403128 h 7704751"/>
              <a:gd name="connsiteX7" fmla="*/ 0 w 5314949"/>
              <a:gd name="connsiteY7" fmla="*/ 301623 h 7704751"/>
              <a:gd name="connsiteX8" fmla="*/ 301623 w 5314949"/>
              <a:gd name="connsiteY8" fmla="*/ 0 h 770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14949" h="7704751">
                <a:moveTo>
                  <a:pt x="301623" y="0"/>
                </a:moveTo>
                <a:lnTo>
                  <a:pt x="5013326" y="0"/>
                </a:lnTo>
                <a:cubicBezTo>
                  <a:pt x="5179908" y="0"/>
                  <a:pt x="5314949" y="135041"/>
                  <a:pt x="5314949" y="301623"/>
                </a:cubicBezTo>
                <a:lnTo>
                  <a:pt x="5314949" y="7403128"/>
                </a:lnTo>
                <a:cubicBezTo>
                  <a:pt x="5314949" y="7569710"/>
                  <a:pt x="5179908" y="7704751"/>
                  <a:pt x="5013326" y="7704751"/>
                </a:cubicBezTo>
                <a:lnTo>
                  <a:pt x="301623" y="7704751"/>
                </a:lnTo>
                <a:cubicBezTo>
                  <a:pt x="135041" y="7704751"/>
                  <a:pt x="0" y="7569710"/>
                  <a:pt x="0" y="7403128"/>
                </a:cubicBezTo>
                <a:lnTo>
                  <a:pt x="0" y="301623"/>
                </a:lnTo>
                <a:cubicBezTo>
                  <a:pt x="0" y="135041"/>
                  <a:pt x="135041" y="0"/>
                  <a:pt x="301623"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74E08CE0-D1BF-4B6B-AFE6-DB2E9FBC7292}"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444E06E2-8D44-99C6-BBCE-709EB328052B}"/>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4214956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ABD46BF-C847-E699-0F83-25F1A898D18A}"/>
              </a:ext>
            </a:extLst>
          </p:cNvPr>
          <p:cNvSpPr>
            <a:spLocks noGrp="1"/>
          </p:cNvSpPr>
          <p:nvPr>
            <p:ph type="pic" sz="quarter" idx="13"/>
          </p:nvPr>
        </p:nvSpPr>
        <p:spPr>
          <a:xfrm>
            <a:off x="1521751" y="2542722"/>
            <a:ext cx="2711939" cy="3894923"/>
          </a:xfrm>
          <a:custGeom>
            <a:avLst/>
            <a:gdLst>
              <a:gd name="connsiteX0" fmla="*/ 207246 w 2711939"/>
              <a:gd name="connsiteY0" fmla="*/ 0 h 3894923"/>
              <a:gd name="connsiteX1" fmla="*/ 2504693 w 2711939"/>
              <a:gd name="connsiteY1" fmla="*/ 0 h 3894923"/>
              <a:gd name="connsiteX2" fmla="*/ 2711939 w 2711939"/>
              <a:gd name="connsiteY2" fmla="*/ 207246 h 3894923"/>
              <a:gd name="connsiteX3" fmla="*/ 2711939 w 2711939"/>
              <a:gd name="connsiteY3" fmla="*/ 3687677 h 3894923"/>
              <a:gd name="connsiteX4" fmla="*/ 2504693 w 2711939"/>
              <a:gd name="connsiteY4" fmla="*/ 3894923 h 3894923"/>
              <a:gd name="connsiteX5" fmla="*/ 207246 w 2711939"/>
              <a:gd name="connsiteY5" fmla="*/ 3894923 h 3894923"/>
              <a:gd name="connsiteX6" fmla="*/ 0 w 2711939"/>
              <a:gd name="connsiteY6" fmla="*/ 3687677 h 3894923"/>
              <a:gd name="connsiteX7" fmla="*/ 0 w 2711939"/>
              <a:gd name="connsiteY7" fmla="*/ 207246 h 3894923"/>
              <a:gd name="connsiteX8" fmla="*/ 207246 w 2711939"/>
              <a:gd name="connsiteY8" fmla="*/ 0 h 3894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11939" h="3894923">
                <a:moveTo>
                  <a:pt x="207246" y="0"/>
                </a:moveTo>
                <a:lnTo>
                  <a:pt x="2504693" y="0"/>
                </a:lnTo>
                <a:cubicBezTo>
                  <a:pt x="2619152" y="0"/>
                  <a:pt x="2711939" y="92787"/>
                  <a:pt x="2711939" y="207246"/>
                </a:cubicBezTo>
                <a:lnTo>
                  <a:pt x="2711939" y="3687677"/>
                </a:lnTo>
                <a:cubicBezTo>
                  <a:pt x="2711939" y="3802136"/>
                  <a:pt x="2619152" y="3894923"/>
                  <a:pt x="2504693" y="3894923"/>
                </a:cubicBezTo>
                <a:lnTo>
                  <a:pt x="207246" y="3894923"/>
                </a:lnTo>
                <a:cubicBezTo>
                  <a:pt x="92787" y="3894923"/>
                  <a:pt x="0" y="3802136"/>
                  <a:pt x="0" y="3687677"/>
                </a:cubicBezTo>
                <a:lnTo>
                  <a:pt x="0" y="207246"/>
                </a:lnTo>
                <a:cubicBezTo>
                  <a:pt x="0" y="92787"/>
                  <a:pt x="92787" y="0"/>
                  <a:pt x="207246" y="0"/>
                </a:cubicBezTo>
                <a:close/>
              </a:path>
            </a:pathLst>
          </a:custGeom>
        </p:spPr>
        <p:txBody>
          <a:bodyPr wrap="square">
            <a:noAutofit/>
          </a:bodyPr>
          <a:lstStyle/>
          <a:p>
            <a:endParaRPr lang="en-US"/>
          </a:p>
        </p:txBody>
      </p:sp>
      <p:sp>
        <p:nvSpPr>
          <p:cNvPr id="13" name="Picture Placeholder 12">
            <a:extLst>
              <a:ext uri="{FF2B5EF4-FFF2-40B4-BE49-F238E27FC236}">
                <a16:creationId xmlns:a16="http://schemas.microsoft.com/office/drawing/2014/main" id="{CE7CA943-840C-54EF-0608-A224D9A4E67C}"/>
              </a:ext>
            </a:extLst>
          </p:cNvPr>
          <p:cNvSpPr>
            <a:spLocks noGrp="1"/>
          </p:cNvSpPr>
          <p:nvPr>
            <p:ph type="pic" sz="quarter" idx="14"/>
          </p:nvPr>
        </p:nvSpPr>
        <p:spPr>
          <a:xfrm>
            <a:off x="4740032" y="2542722"/>
            <a:ext cx="2711939" cy="3894923"/>
          </a:xfrm>
          <a:custGeom>
            <a:avLst/>
            <a:gdLst>
              <a:gd name="connsiteX0" fmla="*/ 207246 w 2711939"/>
              <a:gd name="connsiteY0" fmla="*/ 0 h 3894923"/>
              <a:gd name="connsiteX1" fmla="*/ 2504693 w 2711939"/>
              <a:gd name="connsiteY1" fmla="*/ 0 h 3894923"/>
              <a:gd name="connsiteX2" fmla="*/ 2711939 w 2711939"/>
              <a:gd name="connsiteY2" fmla="*/ 207246 h 3894923"/>
              <a:gd name="connsiteX3" fmla="*/ 2711939 w 2711939"/>
              <a:gd name="connsiteY3" fmla="*/ 3687677 h 3894923"/>
              <a:gd name="connsiteX4" fmla="*/ 2504693 w 2711939"/>
              <a:gd name="connsiteY4" fmla="*/ 3894923 h 3894923"/>
              <a:gd name="connsiteX5" fmla="*/ 207246 w 2711939"/>
              <a:gd name="connsiteY5" fmla="*/ 3894923 h 3894923"/>
              <a:gd name="connsiteX6" fmla="*/ 0 w 2711939"/>
              <a:gd name="connsiteY6" fmla="*/ 3687677 h 3894923"/>
              <a:gd name="connsiteX7" fmla="*/ 0 w 2711939"/>
              <a:gd name="connsiteY7" fmla="*/ 207246 h 3894923"/>
              <a:gd name="connsiteX8" fmla="*/ 207246 w 2711939"/>
              <a:gd name="connsiteY8" fmla="*/ 0 h 3894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11939" h="3894923">
                <a:moveTo>
                  <a:pt x="207246" y="0"/>
                </a:moveTo>
                <a:lnTo>
                  <a:pt x="2504693" y="0"/>
                </a:lnTo>
                <a:cubicBezTo>
                  <a:pt x="2619152" y="0"/>
                  <a:pt x="2711939" y="92787"/>
                  <a:pt x="2711939" y="207246"/>
                </a:cubicBezTo>
                <a:lnTo>
                  <a:pt x="2711939" y="3687677"/>
                </a:lnTo>
                <a:cubicBezTo>
                  <a:pt x="2711939" y="3802136"/>
                  <a:pt x="2619152" y="3894923"/>
                  <a:pt x="2504693" y="3894923"/>
                </a:cubicBezTo>
                <a:lnTo>
                  <a:pt x="207246" y="3894923"/>
                </a:lnTo>
                <a:cubicBezTo>
                  <a:pt x="92787" y="3894923"/>
                  <a:pt x="0" y="3802136"/>
                  <a:pt x="0" y="3687677"/>
                </a:cubicBezTo>
                <a:lnTo>
                  <a:pt x="0" y="207246"/>
                </a:lnTo>
                <a:cubicBezTo>
                  <a:pt x="0" y="92787"/>
                  <a:pt x="92787" y="0"/>
                  <a:pt x="207246" y="0"/>
                </a:cubicBezTo>
                <a:close/>
              </a:path>
            </a:pathLst>
          </a:custGeom>
        </p:spPr>
        <p:txBody>
          <a:bodyPr wrap="square">
            <a:noAutofit/>
          </a:bodyPr>
          <a:lstStyle/>
          <a:p>
            <a:endParaRPr lang="en-US"/>
          </a:p>
        </p:txBody>
      </p:sp>
      <p:sp>
        <p:nvSpPr>
          <p:cNvPr id="14" name="Picture Placeholder 13">
            <a:extLst>
              <a:ext uri="{FF2B5EF4-FFF2-40B4-BE49-F238E27FC236}">
                <a16:creationId xmlns:a16="http://schemas.microsoft.com/office/drawing/2014/main" id="{4ED7C092-904D-1C1C-72AB-746330B21916}"/>
              </a:ext>
            </a:extLst>
          </p:cNvPr>
          <p:cNvSpPr>
            <a:spLocks noGrp="1"/>
          </p:cNvSpPr>
          <p:nvPr>
            <p:ph type="pic" sz="quarter" idx="15"/>
          </p:nvPr>
        </p:nvSpPr>
        <p:spPr>
          <a:xfrm>
            <a:off x="7958313" y="2542722"/>
            <a:ext cx="2711939" cy="3894923"/>
          </a:xfrm>
          <a:custGeom>
            <a:avLst/>
            <a:gdLst>
              <a:gd name="connsiteX0" fmla="*/ 207246 w 2711939"/>
              <a:gd name="connsiteY0" fmla="*/ 0 h 3894923"/>
              <a:gd name="connsiteX1" fmla="*/ 2504693 w 2711939"/>
              <a:gd name="connsiteY1" fmla="*/ 0 h 3894923"/>
              <a:gd name="connsiteX2" fmla="*/ 2711939 w 2711939"/>
              <a:gd name="connsiteY2" fmla="*/ 207246 h 3894923"/>
              <a:gd name="connsiteX3" fmla="*/ 2711939 w 2711939"/>
              <a:gd name="connsiteY3" fmla="*/ 3687677 h 3894923"/>
              <a:gd name="connsiteX4" fmla="*/ 2504693 w 2711939"/>
              <a:gd name="connsiteY4" fmla="*/ 3894923 h 3894923"/>
              <a:gd name="connsiteX5" fmla="*/ 207246 w 2711939"/>
              <a:gd name="connsiteY5" fmla="*/ 3894923 h 3894923"/>
              <a:gd name="connsiteX6" fmla="*/ 0 w 2711939"/>
              <a:gd name="connsiteY6" fmla="*/ 3687677 h 3894923"/>
              <a:gd name="connsiteX7" fmla="*/ 0 w 2711939"/>
              <a:gd name="connsiteY7" fmla="*/ 207246 h 3894923"/>
              <a:gd name="connsiteX8" fmla="*/ 207246 w 2711939"/>
              <a:gd name="connsiteY8" fmla="*/ 0 h 3894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11939" h="3894923">
                <a:moveTo>
                  <a:pt x="207246" y="0"/>
                </a:moveTo>
                <a:lnTo>
                  <a:pt x="2504693" y="0"/>
                </a:lnTo>
                <a:cubicBezTo>
                  <a:pt x="2619152" y="0"/>
                  <a:pt x="2711939" y="92787"/>
                  <a:pt x="2711939" y="207246"/>
                </a:cubicBezTo>
                <a:lnTo>
                  <a:pt x="2711939" y="3687677"/>
                </a:lnTo>
                <a:cubicBezTo>
                  <a:pt x="2711939" y="3802136"/>
                  <a:pt x="2619152" y="3894923"/>
                  <a:pt x="2504693" y="3894923"/>
                </a:cubicBezTo>
                <a:lnTo>
                  <a:pt x="207246" y="3894923"/>
                </a:lnTo>
                <a:cubicBezTo>
                  <a:pt x="92787" y="3894923"/>
                  <a:pt x="0" y="3802136"/>
                  <a:pt x="0" y="3687677"/>
                </a:cubicBezTo>
                <a:lnTo>
                  <a:pt x="0" y="207246"/>
                </a:lnTo>
                <a:cubicBezTo>
                  <a:pt x="0" y="92787"/>
                  <a:pt x="92787" y="0"/>
                  <a:pt x="207246"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51891CC9-5DEF-4272-9AC2-5BB59D67EEAB}"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71D7F781-EDDA-EFB7-A026-F9972C7D1AB6}"/>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2871228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6511FF7-6930-1980-CEA8-A75AA61308B8}"/>
              </a:ext>
            </a:extLst>
          </p:cNvPr>
          <p:cNvSpPr>
            <a:spLocks noGrp="1"/>
          </p:cNvSpPr>
          <p:nvPr>
            <p:ph type="pic" sz="quarter" idx="13"/>
          </p:nvPr>
        </p:nvSpPr>
        <p:spPr>
          <a:xfrm>
            <a:off x="651989" y="1079644"/>
            <a:ext cx="1969200" cy="1472100"/>
          </a:xfrm>
          <a:custGeom>
            <a:avLst/>
            <a:gdLst>
              <a:gd name="connsiteX0" fmla="*/ 112498 w 1969200"/>
              <a:gd name="connsiteY0" fmla="*/ 0 h 1472100"/>
              <a:gd name="connsiteX1" fmla="*/ 1856702 w 1969200"/>
              <a:gd name="connsiteY1" fmla="*/ 0 h 1472100"/>
              <a:gd name="connsiteX2" fmla="*/ 1969200 w 1969200"/>
              <a:gd name="connsiteY2" fmla="*/ 112498 h 1472100"/>
              <a:gd name="connsiteX3" fmla="*/ 1969200 w 1969200"/>
              <a:gd name="connsiteY3" fmla="*/ 1359602 h 1472100"/>
              <a:gd name="connsiteX4" fmla="*/ 1856702 w 1969200"/>
              <a:gd name="connsiteY4" fmla="*/ 1472100 h 1472100"/>
              <a:gd name="connsiteX5" fmla="*/ 112498 w 1969200"/>
              <a:gd name="connsiteY5" fmla="*/ 1472100 h 1472100"/>
              <a:gd name="connsiteX6" fmla="*/ 0 w 1969200"/>
              <a:gd name="connsiteY6" fmla="*/ 1359602 h 1472100"/>
              <a:gd name="connsiteX7" fmla="*/ 0 w 1969200"/>
              <a:gd name="connsiteY7" fmla="*/ 112498 h 1472100"/>
              <a:gd name="connsiteX8" fmla="*/ 112498 w 1969200"/>
              <a:gd name="connsiteY8" fmla="*/ 0 h 14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200" h="1472100">
                <a:moveTo>
                  <a:pt x="112498" y="0"/>
                </a:moveTo>
                <a:lnTo>
                  <a:pt x="1856702" y="0"/>
                </a:lnTo>
                <a:cubicBezTo>
                  <a:pt x="1918833" y="0"/>
                  <a:pt x="1969200" y="50367"/>
                  <a:pt x="1969200" y="112498"/>
                </a:cubicBezTo>
                <a:lnTo>
                  <a:pt x="1969200" y="1359602"/>
                </a:lnTo>
                <a:cubicBezTo>
                  <a:pt x="1969200" y="1421733"/>
                  <a:pt x="1918833" y="1472100"/>
                  <a:pt x="1856702" y="1472100"/>
                </a:cubicBezTo>
                <a:lnTo>
                  <a:pt x="112498" y="1472100"/>
                </a:lnTo>
                <a:cubicBezTo>
                  <a:pt x="50367" y="1472100"/>
                  <a:pt x="0" y="1421733"/>
                  <a:pt x="0" y="1359602"/>
                </a:cubicBezTo>
                <a:lnTo>
                  <a:pt x="0" y="112498"/>
                </a:lnTo>
                <a:cubicBezTo>
                  <a:pt x="0" y="50367"/>
                  <a:pt x="50367" y="0"/>
                  <a:pt x="112498" y="0"/>
                </a:cubicBezTo>
                <a:close/>
              </a:path>
            </a:pathLst>
          </a:custGeom>
        </p:spPr>
        <p:txBody>
          <a:bodyPr wrap="square">
            <a:noAutofit/>
          </a:bodyPr>
          <a:lstStyle/>
          <a:p>
            <a:endParaRPr lang="en-US"/>
          </a:p>
        </p:txBody>
      </p:sp>
      <p:sp>
        <p:nvSpPr>
          <p:cNvPr id="16" name="Picture Placeholder 15">
            <a:extLst>
              <a:ext uri="{FF2B5EF4-FFF2-40B4-BE49-F238E27FC236}">
                <a16:creationId xmlns:a16="http://schemas.microsoft.com/office/drawing/2014/main" id="{4F713E24-609D-1C9B-DCE5-9731619BE6F7}"/>
              </a:ext>
            </a:extLst>
          </p:cNvPr>
          <p:cNvSpPr>
            <a:spLocks noGrp="1"/>
          </p:cNvSpPr>
          <p:nvPr>
            <p:ph type="pic" sz="quarter" idx="14"/>
          </p:nvPr>
        </p:nvSpPr>
        <p:spPr>
          <a:xfrm>
            <a:off x="4868183" y="1079644"/>
            <a:ext cx="1969200" cy="1472100"/>
          </a:xfrm>
          <a:custGeom>
            <a:avLst/>
            <a:gdLst>
              <a:gd name="connsiteX0" fmla="*/ 112498 w 1969200"/>
              <a:gd name="connsiteY0" fmla="*/ 0 h 1472100"/>
              <a:gd name="connsiteX1" fmla="*/ 1856702 w 1969200"/>
              <a:gd name="connsiteY1" fmla="*/ 0 h 1472100"/>
              <a:gd name="connsiteX2" fmla="*/ 1969200 w 1969200"/>
              <a:gd name="connsiteY2" fmla="*/ 112498 h 1472100"/>
              <a:gd name="connsiteX3" fmla="*/ 1969200 w 1969200"/>
              <a:gd name="connsiteY3" fmla="*/ 1359602 h 1472100"/>
              <a:gd name="connsiteX4" fmla="*/ 1856702 w 1969200"/>
              <a:gd name="connsiteY4" fmla="*/ 1472100 h 1472100"/>
              <a:gd name="connsiteX5" fmla="*/ 112498 w 1969200"/>
              <a:gd name="connsiteY5" fmla="*/ 1472100 h 1472100"/>
              <a:gd name="connsiteX6" fmla="*/ 0 w 1969200"/>
              <a:gd name="connsiteY6" fmla="*/ 1359602 h 1472100"/>
              <a:gd name="connsiteX7" fmla="*/ 0 w 1969200"/>
              <a:gd name="connsiteY7" fmla="*/ 112498 h 1472100"/>
              <a:gd name="connsiteX8" fmla="*/ 112498 w 1969200"/>
              <a:gd name="connsiteY8" fmla="*/ 0 h 14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200" h="1472100">
                <a:moveTo>
                  <a:pt x="112498" y="0"/>
                </a:moveTo>
                <a:lnTo>
                  <a:pt x="1856702" y="0"/>
                </a:lnTo>
                <a:cubicBezTo>
                  <a:pt x="1918833" y="0"/>
                  <a:pt x="1969200" y="50367"/>
                  <a:pt x="1969200" y="112498"/>
                </a:cubicBezTo>
                <a:lnTo>
                  <a:pt x="1969200" y="1359602"/>
                </a:lnTo>
                <a:cubicBezTo>
                  <a:pt x="1969200" y="1421733"/>
                  <a:pt x="1918833" y="1472100"/>
                  <a:pt x="1856702" y="1472100"/>
                </a:cubicBezTo>
                <a:lnTo>
                  <a:pt x="112498" y="1472100"/>
                </a:lnTo>
                <a:cubicBezTo>
                  <a:pt x="50367" y="1472100"/>
                  <a:pt x="0" y="1421733"/>
                  <a:pt x="0" y="1359602"/>
                </a:cubicBezTo>
                <a:lnTo>
                  <a:pt x="0" y="112498"/>
                </a:lnTo>
                <a:cubicBezTo>
                  <a:pt x="0" y="50367"/>
                  <a:pt x="50367" y="0"/>
                  <a:pt x="112498" y="0"/>
                </a:cubicBezTo>
                <a:close/>
              </a:path>
            </a:pathLst>
          </a:custGeom>
        </p:spPr>
        <p:txBody>
          <a:bodyPr wrap="square">
            <a:noAutofit/>
          </a:bodyPr>
          <a:lstStyle/>
          <a:p>
            <a:endParaRPr lang="en-US"/>
          </a:p>
        </p:txBody>
      </p:sp>
      <p:sp>
        <p:nvSpPr>
          <p:cNvPr id="18" name="Picture Placeholder 17">
            <a:extLst>
              <a:ext uri="{FF2B5EF4-FFF2-40B4-BE49-F238E27FC236}">
                <a16:creationId xmlns:a16="http://schemas.microsoft.com/office/drawing/2014/main" id="{5C1C00EB-EA6F-5CFE-D1E8-7C2648DD4545}"/>
              </a:ext>
            </a:extLst>
          </p:cNvPr>
          <p:cNvSpPr>
            <a:spLocks noGrp="1"/>
          </p:cNvSpPr>
          <p:nvPr>
            <p:ph type="pic" sz="quarter" idx="15"/>
          </p:nvPr>
        </p:nvSpPr>
        <p:spPr>
          <a:xfrm>
            <a:off x="2760086" y="2692950"/>
            <a:ext cx="1969200" cy="1472100"/>
          </a:xfrm>
          <a:custGeom>
            <a:avLst/>
            <a:gdLst>
              <a:gd name="connsiteX0" fmla="*/ 112498 w 1969200"/>
              <a:gd name="connsiteY0" fmla="*/ 0 h 1472100"/>
              <a:gd name="connsiteX1" fmla="*/ 1856702 w 1969200"/>
              <a:gd name="connsiteY1" fmla="*/ 0 h 1472100"/>
              <a:gd name="connsiteX2" fmla="*/ 1969200 w 1969200"/>
              <a:gd name="connsiteY2" fmla="*/ 112498 h 1472100"/>
              <a:gd name="connsiteX3" fmla="*/ 1969200 w 1969200"/>
              <a:gd name="connsiteY3" fmla="*/ 1359602 h 1472100"/>
              <a:gd name="connsiteX4" fmla="*/ 1856702 w 1969200"/>
              <a:gd name="connsiteY4" fmla="*/ 1472100 h 1472100"/>
              <a:gd name="connsiteX5" fmla="*/ 112498 w 1969200"/>
              <a:gd name="connsiteY5" fmla="*/ 1472100 h 1472100"/>
              <a:gd name="connsiteX6" fmla="*/ 0 w 1969200"/>
              <a:gd name="connsiteY6" fmla="*/ 1359602 h 1472100"/>
              <a:gd name="connsiteX7" fmla="*/ 0 w 1969200"/>
              <a:gd name="connsiteY7" fmla="*/ 112498 h 1472100"/>
              <a:gd name="connsiteX8" fmla="*/ 112498 w 1969200"/>
              <a:gd name="connsiteY8" fmla="*/ 0 h 14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200" h="1472100">
                <a:moveTo>
                  <a:pt x="112498" y="0"/>
                </a:moveTo>
                <a:lnTo>
                  <a:pt x="1856702" y="0"/>
                </a:lnTo>
                <a:cubicBezTo>
                  <a:pt x="1918833" y="0"/>
                  <a:pt x="1969200" y="50367"/>
                  <a:pt x="1969200" y="112498"/>
                </a:cubicBezTo>
                <a:lnTo>
                  <a:pt x="1969200" y="1359602"/>
                </a:lnTo>
                <a:cubicBezTo>
                  <a:pt x="1969200" y="1421733"/>
                  <a:pt x="1918833" y="1472100"/>
                  <a:pt x="1856702" y="1472100"/>
                </a:cubicBezTo>
                <a:lnTo>
                  <a:pt x="112498" y="1472100"/>
                </a:lnTo>
                <a:cubicBezTo>
                  <a:pt x="50367" y="1472100"/>
                  <a:pt x="0" y="1421733"/>
                  <a:pt x="0" y="1359602"/>
                </a:cubicBezTo>
                <a:lnTo>
                  <a:pt x="0" y="112498"/>
                </a:lnTo>
                <a:cubicBezTo>
                  <a:pt x="0" y="50367"/>
                  <a:pt x="50367" y="0"/>
                  <a:pt x="112498" y="0"/>
                </a:cubicBezTo>
                <a:close/>
              </a:path>
            </a:pathLst>
          </a:custGeom>
        </p:spPr>
        <p:txBody>
          <a:bodyPr wrap="square">
            <a:noAutofit/>
          </a:bodyPr>
          <a:lstStyle/>
          <a:p>
            <a:endParaRPr lang="en-US"/>
          </a:p>
        </p:txBody>
      </p:sp>
      <p:sp>
        <p:nvSpPr>
          <p:cNvPr id="17" name="Picture Placeholder 16">
            <a:extLst>
              <a:ext uri="{FF2B5EF4-FFF2-40B4-BE49-F238E27FC236}">
                <a16:creationId xmlns:a16="http://schemas.microsoft.com/office/drawing/2014/main" id="{3F307ACE-CC18-326F-70CF-3745E020FA35}"/>
              </a:ext>
            </a:extLst>
          </p:cNvPr>
          <p:cNvSpPr>
            <a:spLocks noGrp="1"/>
          </p:cNvSpPr>
          <p:nvPr>
            <p:ph type="pic" sz="quarter" idx="16"/>
          </p:nvPr>
        </p:nvSpPr>
        <p:spPr>
          <a:xfrm>
            <a:off x="4868183" y="4306256"/>
            <a:ext cx="1969200" cy="1472100"/>
          </a:xfrm>
          <a:custGeom>
            <a:avLst/>
            <a:gdLst>
              <a:gd name="connsiteX0" fmla="*/ 112498 w 1969200"/>
              <a:gd name="connsiteY0" fmla="*/ 0 h 1472100"/>
              <a:gd name="connsiteX1" fmla="*/ 1856702 w 1969200"/>
              <a:gd name="connsiteY1" fmla="*/ 0 h 1472100"/>
              <a:gd name="connsiteX2" fmla="*/ 1969200 w 1969200"/>
              <a:gd name="connsiteY2" fmla="*/ 112498 h 1472100"/>
              <a:gd name="connsiteX3" fmla="*/ 1969200 w 1969200"/>
              <a:gd name="connsiteY3" fmla="*/ 1359602 h 1472100"/>
              <a:gd name="connsiteX4" fmla="*/ 1856702 w 1969200"/>
              <a:gd name="connsiteY4" fmla="*/ 1472100 h 1472100"/>
              <a:gd name="connsiteX5" fmla="*/ 112498 w 1969200"/>
              <a:gd name="connsiteY5" fmla="*/ 1472100 h 1472100"/>
              <a:gd name="connsiteX6" fmla="*/ 0 w 1969200"/>
              <a:gd name="connsiteY6" fmla="*/ 1359602 h 1472100"/>
              <a:gd name="connsiteX7" fmla="*/ 0 w 1969200"/>
              <a:gd name="connsiteY7" fmla="*/ 112498 h 1472100"/>
              <a:gd name="connsiteX8" fmla="*/ 112498 w 1969200"/>
              <a:gd name="connsiteY8" fmla="*/ 0 h 14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200" h="1472100">
                <a:moveTo>
                  <a:pt x="112498" y="0"/>
                </a:moveTo>
                <a:lnTo>
                  <a:pt x="1856702" y="0"/>
                </a:lnTo>
                <a:cubicBezTo>
                  <a:pt x="1918833" y="0"/>
                  <a:pt x="1969200" y="50367"/>
                  <a:pt x="1969200" y="112498"/>
                </a:cubicBezTo>
                <a:lnTo>
                  <a:pt x="1969200" y="1359602"/>
                </a:lnTo>
                <a:cubicBezTo>
                  <a:pt x="1969200" y="1421733"/>
                  <a:pt x="1918833" y="1472100"/>
                  <a:pt x="1856702" y="1472100"/>
                </a:cubicBezTo>
                <a:lnTo>
                  <a:pt x="112498" y="1472100"/>
                </a:lnTo>
                <a:cubicBezTo>
                  <a:pt x="50367" y="1472100"/>
                  <a:pt x="0" y="1421733"/>
                  <a:pt x="0" y="1359602"/>
                </a:cubicBezTo>
                <a:lnTo>
                  <a:pt x="0" y="112498"/>
                </a:lnTo>
                <a:cubicBezTo>
                  <a:pt x="0" y="50367"/>
                  <a:pt x="50367" y="0"/>
                  <a:pt x="112498" y="0"/>
                </a:cubicBezTo>
                <a:close/>
              </a:path>
            </a:pathLst>
          </a:custGeom>
        </p:spPr>
        <p:txBody>
          <a:bodyPr wrap="square">
            <a:noAutofit/>
          </a:bodyPr>
          <a:lstStyle/>
          <a:p>
            <a:endParaRPr lang="en-US"/>
          </a:p>
        </p:txBody>
      </p:sp>
      <p:sp>
        <p:nvSpPr>
          <p:cNvPr id="20" name="Picture Placeholder 19">
            <a:extLst>
              <a:ext uri="{FF2B5EF4-FFF2-40B4-BE49-F238E27FC236}">
                <a16:creationId xmlns:a16="http://schemas.microsoft.com/office/drawing/2014/main" id="{1815F522-8D16-D097-6FB4-226EF502AE29}"/>
              </a:ext>
            </a:extLst>
          </p:cNvPr>
          <p:cNvSpPr>
            <a:spLocks noGrp="1"/>
          </p:cNvSpPr>
          <p:nvPr>
            <p:ph type="pic" sz="quarter" idx="17"/>
          </p:nvPr>
        </p:nvSpPr>
        <p:spPr>
          <a:xfrm>
            <a:off x="651989" y="4306256"/>
            <a:ext cx="1969200" cy="1472100"/>
          </a:xfrm>
          <a:custGeom>
            <a:avLst/>
            <a:gdLst>
              <a:gd name="connsiteX0" fmla="*/ 112498 w 1969200"/>
              <a:gd name="connsiteY0" fmla="*/ 0 h 1472100"/>
              <a:gd name="connsiteX1" fmla="*/ 1856702 w 1969200"/>
              <a:gd name="connsiteY1" fmla="*/ 0 h 1472100"/>
              <a:gd name="connsiteX2" fmla="*/ 1969200 w 1969200"/>
              <a:gd name="connsiteY2" fmla="*/ 112498 h 1472100"/>
              <a:gd name="connsiteX3" fmla="*/ 1969200 w 1969200"/>
              <a:gd name="connsiteY3" fmla="*/ 1359602 h 1472100"/>
              <a:gd name="connsiteX4" fmla="*/ 1856702 w 1969200"/>
              <a:gd name="connsiteY4" fmla="*/ 1472100 h 1472100"/>
              <a:gd name="connsiteX5" fmla="*/ 112498 w 1969200"/>
              <a:gd name="connsiteY5" fmla="*/ 1472100 h 1472100"/>
              <a:gd name="connsiteX6" fmla="*/ 0 w 1969200"/>
              <a:gd name="connsiteY6" fmla="*/ 1359602 h 1472100"/>
              <a:gd name="connsiteX7" fmla="*/ 0 w 1969200"/>
              <a:gd name="connsiteY7" fmla="*/ 112498 h 1472100"/>
              <a:gd name="connsiteX8" fmla="*/ 112498 w 1969200"/>
              <a:gd name="connsiteY8" fmla="*/ 0 h 14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200" h="1472100">
                <a:moveTo>
                  <a:pt x="112498" y="0"/>
                </a:moveTo>
                <a:lnTo>
                  <a:pt x="1856702" y="0"/>
                </a:lnTo>
                <a:cubicBezTo>
                  <a:pt x="1918833" y="0"/>
                  <a:pt x="1969200" y="50367"/>
                  <a:pt x="1969200" y="112498"/>
                </a:cubicBezTo>
                <a:lnTo>
                  <a:pt x="1969200" y="1359602"/>
                </a:lnTo>
                <a:cubicBezTo>
                  <a:pt x="1969200" y="1421733"/>
                  <a:pt x="1918833" y="1472100"/>
                  <a:pt x="1856702" y="1472100"/>
                </a:cubicBezTo>
                <a:lnTo>
                  <a:pt x="112498" y="1472100"/>
                </a:lnTo>
                <a:cubicBezTo>
                  <a:pt x="50367" y="1472100"/>
                  <a:pt x="0" y="1421733"/>
                  <a:pt x="0" y="1359602"/>
                </a:cubicBezTo>
                <a:lnTo>
                  <a:pt x="0" y="112498"/>
                </a:lnTo>
                <a:cubicBezTo>
                  <a:pt x="0" y="50367"/>
                  <a:pt x="50367" y="0"/>
                  <a:pt x="112498" y="0"/>
                </a:cubicBezTo>
                <a:close/>
              </a:path>
            </a:pathLst>
          </a:custGeom>
        </p:spPr>
        <p:txBody>
          <a:bodyPr wrap="square">
            <a:noAutofit/>
          </a:bodyPr>
          <a:lstStyle/>
          <a:p>
            <a:endParaRPr lang="en-US"/>
          </a:p>
        </p:txBody>
      </p:sp>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C78269BB-D16B-4775-8080-3CA5BB7571D7}"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99B76185-0A09-61BE-DE06-1CEB5AA11BA2}"/>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3157972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C7EFA-DAC5-9B7B-B0C0-FBD3C140F4D0}"/>
              </a:ext>
            </a:extLst>
          </p:cNvPr>
          <p:cNvSpPr>
            <a:spLocks noGrp="1"/>
          </p:cNvSpPr>
          <p:nvPr>
            <p:ph type="dt" sz="half" idx="10"/>
          </p:nvPr>
        </p:nvSpPr>
        <p:spPr/>
        <p:txBody>
          <a:bodyPr/>
          <a:lstStyle/>
          <a:p>
            <a:fld id="{CF2EB9DE-428A-4E75-8E77-AFF1567A9E8B}" type="datetime1">
              <a:rPr lang="en-US" smtClean="0"/>
              <a:t>10/7/2026</a:t>
            </a:fld>
            <a:endParaRPr lang="en-US"/>
          </a:p>
        </p:txBody>
      </p:sp>
      <p:sp>
        <p:nvSpPr>
          <p:cNvPr id="3" name="Footer Placeholder 2">
            <a:extLst>
              <a:ext uri="{FF2B5EF4-FFF2-40B4-BE49-F238E27FC236}">
                <a16:creationId xmlns:a16="http://schemas.microsoft.com/office/drawing/2014/main" id="{36FB6FB1-9707-A90B-F7B0-81F5FF14D089}"/>
              </a:ext>
            </a:extLst>
          </p:cNvPr>
          <p:cNvSpPr>
            <a:spLocks noGrp="1"/>
          </p:cNvSpPr>
          <p:nvPr>
            <p:ph type="ftr" sz="quarter" idx="11"/>
          </p:nvPr>
        </p:nvSpPr>
        <p:spPr/>
        <p:txBody>
          <a:bodyPr/>
          <a:lstStyle/>
          <a:p>
            <a:endParaRPr lang="en-US"/>
          </a:p>
        </p:txBody>
      </p:sp>
      <p:sp>
        <p:nvSpPr>
          <p:cNvPr id="5" name="Picture Placeholder 4">
            <a:extLst>
              <a:ext uri="{FF2B5EF4-FFF2-40B4-BE49-F238E27FC236}">
                <a16:creationId xmlns:a16="http://schemas.microsoft.com/office/drawing/2014/main" id="{D1B61825-933D-377E-54ED-9C5C05035512}"/>
              </a:ext>
            </a:extLst>
          </p:cNvPr>
          <p:cNvSpPr>
            <a:spLocks noGrp="1"/>
          </p:cNvSpPr>
          <p:nvPr>
            <p:ph type="pic" sz="quarter" idx="13"/>
          </p:nvPr>
        </p:nvSpPr>
        <p:spPr>
          <a:xfrm>
            <a:off x="348024" y="514351"/>
            <a:ext cx="5398257" cy="5829298"/>
          </a:xfrm>
          <a:custGeom>
            <a:avLst/>
            <a:gdLst>
              <a:gd name="connsiteX0" fmla="*/ 576048 w 5398257"/>
              <a:gd name="connsiteY0" fmla="*/ 0 h 5829298"/>
              <a:gd name="connsiteX1" fmla="*/ 4822209 w 5398257"/>
              <a:gd name="connsiteY1" fmla="*/ 0 h 5829298"/>
              <a:gd name="connsiteX2" fmla="*/ 5398257 w 5398257"/>
              <a:gd name="connsiteY2" fmla="*/ 576048 h 5829298"/>
              <a:gd name="connsiteX3" fmla="*/ 5398257 w 5398257"/>
              <a:gd name="connsiteY3" fmla="*/ 5253250 h 5829298"/>
              <a:gd name="connsiteX4" fmla="*/ 4822209 w 5398257"/>
              <a:gd name="connsiteY4" fmla="*/ 5829298 h 5829298"/>
              <a:gd name="connsiteX5" fmla="*/ 576048 w 5398257"/>
              <a:gd name="connsiteY5" fmla="*/ 5829298 h 5829298"/>
              <a:gd name="connsiteX6" fmla="*/ 0 w 5398257"/>
              <a:gd name="connsiteY6" fmla="*/ 5253250 h 5829298"/>
              <a:gd name="connsiteX7" fmla="*/ 0 w 5398257"/>
              <a:gd name="connsiteY7" fmla="*/ 576048 h 5829298"/>
              <a:gd name="connsiteX8" fmla="*/ 576048 w 5398257"/>
              <a:gd name="connsiteY8" fmla="*/ 0 h 582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257" h="5829298">
                <a:moveTo>
                  <a:pt x="576048" y="0"/>
                </a:moveTo>
                <a:lnTo>
                  <a:pt x="4822209" y="0"/>
                </a:lnTo>
                <a:cubicBezTo>
                  <a:pt x="5140352" y="0"/>
                  <a:pt x="5398257" y="257905"/>
                  <a:pt x="5398257" y="576048"/>
                </a:cubicBezTo>
                <a:lnTo>
                  <a:pt x="5398257" y="5253250"/>
                </a:lnTo>
                <a:cubicBezTo>
                  <a:pt x="5398257" y="5571393"/>
                  <a:pt x="5140352" y="5829298"/>
                  <a:pt x="4822209" y="5829298"/>
                </a:cubicBezTo>
                <a:lnTo>
                  <a:pt x="576048" y="5829298"/>
                </a:lnTo>
                <a:cubicBezTo>
                  <a:pt x="257905" y="5829298"/>
                  <a:pt x="0" y="5571393"/>
                  <a:pt x="0" y="5253250"/>
                </a:cubicBezTo>
                <a:lnTo>
                  <a:pt x="0" y="576048"/>
                </a:lnTo>
                <a:cubicBezTo>
                  <a:pt x="0" y="257905"/>
                  <a:pt x="257905" y="0"/>
                  <a:pt x="576048" y="0"/>
                </a:cubicBezTo>
                <a:close/>
              </a:path>
            </a:pathLst>
          </a:custGeom>
        </p:spPr>
        <p:txBody>
          <a:bodyPr wrap="square">
            <a:noAutofit/>
          </a:bodyPr>
          <a:lstStyle/>
          <a:p>
            <a:endParaRPr lang="en-US"/>
          </a:p>
        </p:txBody>
      </p:sp>
      <p:sp>
        <p:nvSpPr>
          <p:cNvPr id="6" name="Slide Number Placeholder 5">
            <a:extLst>
              <a:ext uri="{FF2B5EF4-FFF2-40B4-BE49-F238E27FC236}">
                <a16:creationId xmlns:a16="http://schemas.microsoft.com/office/drawing/2014/main" id="{63646196-9970-D791-EFA5-A23A50D96E9E}"/>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3221725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85B66-AF97-4E57-FC9E-C9EA01BC4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A7131C-21D4-3C3D-03A9-2D28A271C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0BA923-F66D-8B61-DBA0-EEB4DDB0B7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5FD76-301C-4633-F4E6-5B8CB53B6338}"/>
              </a:ext>
            </a:extLst>
          </p:cNvPr>
          <p:cNvSpPr>
            <a:spLocks noGrp="1"/>
          </p:cNvSpPr>
          <p:nvPr>
            <p:ph type="dt" sz="half" idx="10"/>
          </p:nvPr>
        </p:nvSpPr>
        <p:spPr/>
        <p:txBody>
          <a:bodyPr/>
          <a:lstStyle/>
          <a:p>
            <a:fld id="{98698D31-1AA0-4B77-8B89-DACB30B27126}" type="datetime1">
              <a:rPr lang="en-US" smtClean="0"/>
              <a:t>10/7/2026</a:t>
            </a:fld>
            <a:endParaRPr lang="en-US"/>
          </a:p>
        </p:txBody>
      </p:sp>
      <p:sp>
        <p:nvSpPr>
          <p:cNvPr id="6" name="Footer Placeholder 5">
            <a:extLst>
              <a:ext uri="{FF2B5EF4-FFF2-40B4-BE49-F238E27FC236}">
                <a16:creationId xmlns:a16="http://schemas.microsoft.com/office/drawing/2014/main" id="{73A32A47-3D87-74E9-93C8-A9FA046A84DF}"/>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AF756604-756C-C835-4731-001377CE5606}"/>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1396188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D335-B384-B24E-965F-E705E6EF26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3CFB95-C985-2FB0-DD39-46788C7977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C8CB60-2622-4897-5046-08A6F09ED6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E7C0C0-DC42-939E-0F23-219A8F8D6E90}"/>
              </a:ext>
            </a:extLst>
          </p:cNvPr>
          <p:cNvSpPr>
            <a:spLocks noGrp="1"/>
          </p:cNvSpPr>
          <p:nvPr>
            <p:ph type="dt" sz="half" idx="10"/>
          </p:nvPr>
        </p:nvSpPr>
        <p:spPr/>
        <p:txBody>
          <a:bodyPr/>
          <a:lstStyle/>
          <a:p>
            <a:fld id="{DC3F934D-4969-4843-B1EC-141D1F255B13}" type="datetime1">
              <a:rPr lang="en-US" smtClean="0"/>
              <a:t>10/7/2026</a:t>
            </a:fld>
            <a:endParaRPr lang="en-US"/>
          </a:p>
        </p:txBody>
      </p:sp>
      <p:sp>
        <p:nvSpPr>
          <p:cNvPr id="6" name="Footer Placeholder 5">
            <a:extLst>
              <a:ext uri="{FF2B5EF4-FFF2-40B4-BE49-F238E27FC236}">
                <a16:creationId xmlns:a16="http://schemas.microsoft.com/office/drawing/2014/main" id="{194D919E-DED4-B11B-4B13-A6AA51DA806B}"/>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F747990E-6223-71FE-A3EF-87ED2557C81C}"/>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4160077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3192-4AEF-BB0C-0D70-D7681CC958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E7C003-3802-FA5C-6E0A-09787D3CA0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C7839-4965-8B3F-9BEB-80E02412E668}"/>
              </a:ext>
            </a:extLst>
          </p:cNvPr>
          <p:cNvSpPr>
            <a:spLocks noGrp="1"/>
          </p:cNvSpPr>
          <p:nvPr>
            <p:ph type="dt" sz="half" idx="10"/>
          </p:nvPr>
        </p:nvSpPr>
        <p:spPr/>
        <p:txBody>
          <a:bodyPr/>
          <a:lstStyle/>
          <a:p>
            <a:fld id="{B3942F59-93ED-4D13-8E37-D711B9D9432D}" type="datetime1">
              <a:rPr lang="en-US" smtClean="0"/>
              <a:t>10/7/2026</a:t>
            </a:fld>
            <a:endParaRPr lang="en-US"/>
          </a:p>
        </p:txBody>
      </p:sp>
      <p:sp>
        <p:nvSpPr>
          <p:cNvPr id="5" name="Footer Placeholder 4">
            <a:extLst>
              <a:ext uri="{FF2B5EF4-FFF2-40B4-BE49-F238E27FC236}">
                <a16:creationId xmlns:a16="http://schemas.microsoft.com/office/drawing/2014/main" id="{9ADBC346-64C4-EE4A-6BEB-E6BAED3E4BF2}"/>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7B64DC86-3794-F78D-D00A-2FD9FCB36A37}"/>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1818175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EF818C-7290-48E0-BE64-A349B2CFD1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8F372-116D-85B1-2932-82D8E6E691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5C769C-EE56-B449-9D84-E7A011F95EA1}"/>
              </a:ext>
            </a:extLst>
          </p:cNvPr>
          <p:cNvSpPr>
            <a:spLocks noGrp="1"/>
          </p:cNvSpPr>
          <p:nvPr>
            <p:ph type="dt" sz="half" idx="10"/>
          </p:nvPr>
        </p:nvSpPr>
        <p:spPr/>
        <p:txBody>
          <a:bodyPr/>
          <a:lstStyle/>
          <a:p>
            <a:fld id="{C6198059-603D-4413-8FB7-55643BDBAB36}" type="datetime1">
              <a:rPr lang="en-US" smtClean="0"/>
              <a:t>10/7/2026</a:t>
            </a:fld>
            <a:endParaRPr lang="en-US"/>
          </a:p>
        </p:txBody>
      </p:sp>
      <p:sp>
        <p:nvSpPr>
          <p:cNvPr id="5" name="Footer Placeholder 4">
            <a:extLst>
              <a:ext uri="{FF2B5EF4-FFF2-40B4-BE49-F238E27FC236}">
                <a16:creationId xmlns:a16="http://schemas.microsoft.com/office/drawing/2014/main" id="{09F8BBC2-45EF-3F87-906D-A6B53302272E}"/>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47B9CD61-B298-793D-5F80-F0D37DA3C0C1}"/>
              </a:ext>
            </a:extLst>
          </p:cNvPr>
          <p:cNvSpPr>
            <a:spLocks noGrp="1"/>
          </p:cNvSpPr>
          <p:nvPr>
            <p:ph type="sldNum" sz="quarter" idx="4"/>
          </p:nvPr>
        </p:nvSpPr>
        <p:spPr>
          <a:xfrm>
            <a:off x="-35720" y="-3175"/>
            <a:ext cx="514351"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4230540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lidehall.ir">
    <p:bg>
      <p:bgPr>
        <a:gradFill>
          <a:gsLst>
            <a:gs pos="0">
              <a:srgbClr val="1812FF"/>
            </a:gs>
            <a:gs pos="100000">
              <a:srgbClr val="3028B5"/>
            </a:gs>
          </a:gsLst>
          <a:lin ang="5400000" scaled="1"/>
        </a:gradFill>
        <a:effectLst/>
      </p:bgPr>
    </p:bg>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54A3D5F5-5AF3-EB48-5B8F-668C8BFFE42F}"/>
              </a:ext>
            </a:extLst>
          </p:cNvPr>
          <p:cNvSpPr/>
          <p:nvPr userDrawn="1"/>
        </p:nvSpPr>
        <p:spPr>
          <a:xfrm>
            <a:off x="735240" y="4320273"/>
            <a:ext cx="265421" cy="1766473"/>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a:extLst>
              <a:ext uri="{FF2B5EF4-FFF2-40B4-BE49-F238E27FC236}">
                <a16:creationId xmlns:a16="http://schemas.microsoft.com/office/drawing/2014/main" id="{6F29426D-F21C-A55C-49DE-364F6025F8F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793" b="20807"/>
          <a:stretch/>
        </p:blipFill>
        <p:spPr>
          <a:xfrm flipH="1">
            <a:off x="6151796" y="1255342"/>
            <a:ext cx="6040203" cy="5602658"/>
          </a:xfrm>
          <a:prstGeom prst="rect">
            <a:avLst/>
          </a:prstGeom>
        </p:spPr>
      </p:pic>
      <p:sp>
        <p:nvSpPr>
          <p:cNvPr id="50" name="Rectangle: Rounded Corners 49">
            <a:extLst>
              <a:ext uri="{FF2B5EF4-FFF2-40B4-BE49-F238E27FC236}">
                <a16:creationId xmlns:a16="http://schemas.microsoft.com/office/drawing/2014/main" id="{27314E21-0AC6-3E81-EF46-BAD660DC9D47}"/>
              </a:ext>
            </a:extLst>
          </p:cNvPr>
          <p:cNvSpPr/>
          <p:nvPr userDrawn="1"/>
        </p:nvSpPr>
        <p:spPr>
          <a:xfrm>
            <a:off x="1070546" y="3251585"/>
            <a:ext cx="4793478" cy="971362"/>
          </a:xfrm>
          <a:prstGeom prst="roundRect">
            <a:avLst>
              <a:gd name="adj" fmla="val 14549"/>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cs typeface="B Homa" panose="00000400000000000000" pitchFamily="2" charset="-78"/>
            </a:endParaRPr>
          </a:p>
        </p:txBody>
      </p:sp>
      <p:sp>
        <p:nvSpPr>
          <p:cNvPr id="51" name="Freeform: Shape 50">
            <a:extLst>
              <a:ext uri="{FF2B5EF4-FFF2-40B4-BE49-F238E27FC236}">
                <a16:creationId xmlns:a16="http://schemas.microsoft.com/office/drawing/2014/main" id="{4A627BD4-E77C-9343-FFB1-8191146F4433}"/>
              </a:ext>
            </a:extLst>
          </p:cNvPr>
          <p:cNvSpPr/>
          <p:nvPr userDrawn="1"/>
        </p:nvSpPr>
        <p:spPr>
          <a:xfrm rot="1421314">
            <a:off x="7812409" y="-735093"/>
            <a:ext cx="5097050" cy="2432705"/>
          </a:xfrm>
          <a:custGeom>
            <a:avLst/>
            <a:gdLst>
              <a:gd name="connsiteX0" fmla="*/ 4029746 w 5097050"/>
              <a:gd name="connsiteY0" fmla="*/ 0 h 2432705"/>
              <a:gd name="connsiteX1" fmla="*/ 5097050 w 5097050"/>
              <a:gd name="connsiteY1" fmla="*/ 2432705 h 2432705"/>
              <a:gd name="connsiteX2" fmla="*/ 4907676 w 5097050"/>
              <a:gd name="connsiteY2" fmla="*/ 2369152 h 2432705"/>
              <a:gd name="connsiteX3" fmla="*/ 3717257 w 5097050"/>
              <a:gd name="connsiteY3" fmla="*/ 2102966 h 2432705"/>
              <a:gd name="connsiteX4" fmla="*/ 2439582 w 5097050"/>
              <a:gd name="connsiteY4" fmla="*/ 2293447 h 2432705"/>
              <a:gd name="connsiteX5" fmla="*/ 797979 w 5097050"/>
              <a:gd name="connsiteY5" fmla="*/ 2054373 h 2432705"/>
              <a:gd name="connsiteX6" fmla="*/ 99295 w 5097050"/>
              <a:gd name="connsiteY6" fmla="*/ 1797067 h 2432705"/>
              <a:gd name="connsiteX7" fmla="*/ 0 w 5097050"/>
              <a:gd name="connsiteY7" fmla="*/ 1767976 h 243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7050" h="2432705">
                <a:moveTo>
                  <a:pt x="4029746" y="0"/>
                </a:moveTo>
                <a:lnTo>
                  <a:pt x="5097050" y="2432705"/>
                </a:lnTo>
                <a:lnTo>
                  <a:pt x="4907676" y="2369152"/>
                </a:lnTo>
                <a:cubicBezTo>
                  <a:pt x="4562669" y="2255166"/>
                  <a:pt x="4163041" y="2137123"/>
                  <a:pt x="3717257" y="2102966"/>
                </a:cubicBezTo>
                <a:cubicBezTo>
                  <a:pt x="3329298" y="2073200"/>
                  <a:pt x="2907451" y="2214793"/>
                  <a:pt x="2439582" y="2293447"/>
                </a:cubicBezTo>
                <a:cubicBezTo>
                  <a:pt x="1961734" y="2373420"/>
                  <a:pt x="1389689" y="2280478"/>
                  <a:pt x="797979" y="2054373"/>
                </a:cubicBezTo>
                <a:cubicBezTo>
                  <a:pt x="564635" y="1965438"/>
                  <a:pt x="329938" y="1871552"/>
                  <a:pt x="99295" y="1797067"/>
                </a:cubicBezTo>
                <a:lnTo>
                  <a:pt x="0" y="1767976"/>
                </a:lnTo>
                <a:close/>
              </a:path>
            </a:pathLst>
          </a:custGeom>
          <a:solidFill>
            <a:schemeClr val="bg1"/>
          </a:solidFill>
          <a:ln w="276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IRAN Sans"/>
            </a:endParaRPr>
          </a:p>
        </p:txBody>
      </p:sp>
      <p:sp>
        <p:nvSpPr>
          <p:cNvPr id="52" name="Rectangle: Rounded Corners 51">
            <a:extLst>
              <a:ext uri="{FF2B5EF4-FFF2-40B4-BE49-F238E27FC236}">
                <a16:creationId xmlns:a16="http://schemas.microsoft.com/office/drawing/2014/main" id="{4516854D-F1BE-CF5F-1377-1AB7E8ED6B06}"/>
              </a:ext>
            </a:extLst>
          </p:cNvPr>
          <p:cNvSpPr/>
          <p:nvPr userDrawn="1"/>
        </p:nvSpPr>
        <p:spPr>
          <a:xfrm>
            <a:off x="1070546" y="2200436"/>
            <a:ext cx="4793478" cy="971362"/>
          </a:xfrm>
          <a:prstGeom prst="roundRect">
            <a:avLst>
              <a:gd name="adj" fmla="val 11561"/>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cs typeface="B Homa" panose="00000400000000000000" pitchFamily="2" charset="-78"/>
            </a:endParaRPr>
          </a:p>
        </p:txBody>
      </p:sp>
      <p:sp>
        <p:nvSpPr>
          <p:cNvPr id="53" name="TextBox 52">
            <a:extLst>
              <a:ext uri="{FF2B5EF4-FFF2-40B4-BE49-F238E27FC236}">
                <a16:creationId xmlns:a16="http://schemas.microsoft.com/office/drawing/2014/main" id="{A5F5C156-611A-CAED-92A1-8D8736AC0966}"/>
              </a:ext>
            </a:extLst>
          </p:cNvPr>
          <p:cNvSpPr txBox="1"/>
          <p:nvPr userDrawn="1"/>
        </p:nvSpPr>
        <p:spPr>
          <a:xfrm>
            <a:off x="861141" y="1141205"/>
            <a:ext cx="4982614" cy="369332"/>
          </a:xfrm>
          <a:prstGeom prst="rect">
            <a:avLst/>
          </a:prstGeom>
          <a:noFill/>
        </p:spPr>
        <p:txBody>
          <a:bodyPr wrap="square" rtlCol="0">
            <a:spAutoFit/>
          </a:bodyPr>
          <a:lstStyle/>
          <a:p>
            <a:pPr algn="just" rtl="1">
              <a:lnSpc>
                <a:spcPct val="120000"/>
              </a:lnSpc>
              <a:defRPr/>
            </a:pPr>
            <a:r>
              <a:rPr lang="fa-IR" sz="1500" dirty="0">
                <a:solidFill>
                  <a:schemeClr val="bg1"/>
                </a:solidFill>
                <a:latin typeface="Calibri" panose="020F0502020204030204"/>
                <a:cs typeface="B Homa" panose="00000400000000000000" pitchFamily="2" charset="-78"/>
              </a:rPr>
              <a:t>از اینکه ما را انتخاب کردید از شما متشکریم. </a:t>
            </a:r>
          </a:p>
        </p:txBody>
      </p:sp>
      <p:sp>
        <p:nvSpPr>
          <p:cNvPr id="54" name="TextBox 53">
            <a:extLst>
              <a:ext uri="{FF2B5EF4-FFF2-40B4-BE49-F238E27FC236}">
                <a16:creationId xmlns:a16="http://schemas.microsoft.com/office/drawing/2014/main" id="{BC8E7927-65EB-C0A6-AE20-2A0969620885}"/>
              </a:ext>
            </a:extLst>
          </p:cNvPr>
          <p:cNvSpPr txBox="1"/>
          <p:nvPr userDrawn="1"/>
        </p:nvSpPr>
        <p:spPr>
          <a:xfrm>
            <a:off x="1234441" y="2312156"/>
            <a:ext cx="4270799" cy="646331"/>
          </a:xfrm>
          <a:prstGeom prst="rect">
            <a:avLst/>
          </a:prstGeom>
          <a:noFill/>
        </p:spPr>
        <p:txBody>
          <a:bodyPr wrap="square" rtlCol="0">
            <a:spAutoFit/>
          </a:bodyPr>
          <a:lstStyle/>
          <a:p>
            <a:pPr algn="just" rtl="1">
              <a:lnSpc>
                <a:spcPct val="120000"/>
              </a:lnSpc>
              <a:defRPr/>
            </a:pPr>
            <a:r>
              <a:rPr lang="fa-IR" sz="1500" dirty="0">
                <a:solidFill>
                  <a:schemeClr val="bg1"/>
                </a:solidFill>
                <a:latin typeface="Calibri" panose="020F0502020204030204"/>
                <a:cs typeface="B Homa" panose="00000400000000000000" pitchFamily="2" charset="-78"/>
              </a:rPr>
              <a:t>قالب پاورپوینتی که در اختیار شما قرار دارد یک قالب پاورپوینت اورجینال طراحی شده توسط تیم وبسایت اسلایدهال است، </a:t>
            </a:r>
          </a:p>
        </p:txBody>
      </p:sp>
      <p:sp>
        <p:nvSpPr>
          <p:cNvPr id="55" name="Rectangle: Rounded Corners 54">
            <a:extLst>
              <a:ext uri="{FF2B5EF4-FFF2-40B4-BE49-F238E27FC236}">
                <a16:creationId xmlns:a16="http://schemas.microsoft.com/office/drawing/2014/main" id="{9A995D97-8AB9-F8D0-09FA-78B401640708}"/>
              </a:ext>
            </a:extLst>
          </p:cNvPr>
          <p:cNvSpPr/>
          <p:nvPr userDrawn="1"/>
        </p:nvSpPr>
        <p:spPr>
          <a:xfrm>
            <a:off x="1066801" y="4320274"/>
            <a:ext cx="4797368" cy="1766473"/>
          </a:xfrm>
          <a:prstGeom prst="roundRect">
            <a:avLst>
              <a:gd name="adj" fmla="val 7147"/>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B Homa" panose="00000400000000000000" pitchFamily="2" charset="-78"/>
            </a:endParaRPr>
          </a:p>
        </p:txBody>
      </p:sp>
      <p:sp>
        <p:nvSpPr>
          <p:cNvPr id="56" name="TextBox 55">
            <a:extLst>
              <a:ext uri="{FF2B5EF4-FFF2-40B4-BE49-F238E27FC236}">
                <a16:creationId xmlns:a16="http://schemas.microsoft.com/office/drawing/2014/main" id="{9B8F396A-11FA-BFEB-BF5D-F493C4F19B91}"/>
              </a:ext>
            </a:extLst>
          </p:cNvPr>
          <p:cNvSpPr txBox="1"/>
          <p:nvPr userDrawn="1"/>
        </p:nvSpPr>
        <p:spPr>
          <a:xfrm>
            <a:off x="1234441" y="4483353"/>
            <a:ext cx="4270799" cy="1477328"/>
          </a:xfrm>
          <a:prstGeom prst="rect">
            <a:avLst/>
          </a:prstGeom>
          <a:noFill/>
        </p:spPr>
        <p:txBody>
          <a:bodyPr wrap="square" rtlCol="0">
            <a:spAutoFit/>
          </a:bodyPr>
          <a:lstStyle/>
          <a:p>
            <a:pPr algn="just" rtl="1">
              <a:lnSpc>
                <a:spcPct val="120000"/>
              </a:lnSpc>
              <a:defRPr/>
            </a:pPr>
            <a:r>
              <a:rPr lang="fa-IR" sz="1500" dirty="0">
                <a:solidFill>
                  <a:schemeClr val="bg1"/>
                </a:solidFill>
                <a:latin typeface="Calibri" panose="020F0502020204030204"/>
                <a:cs typeface="B Homa" panose="00000400000000000000" pitchFamily="2" charset="-78"/>
              </a:rPr>
              <a:t>هدف اصلی وبسایت ما تولید قالب های آماده پاورپوینت فارسی با کیفیت بالا و انتشار آنها به صورت رایگان است تا روند ارائه با پاورپوینت را برای همه ساده تر کنیم، تحقق این هدف بدون یاری شما ممکن نیست؛ </a:t>
            </a:r>
            <a:r>
              <a:rPr lang="fa-IR" sz="1500" b="1" dirty="0">
                <a:solidFill>
                  <a:srgbClr val="FFC000"/>
                </a:solidFill>
                <a:latin typeface="Calibri" panose="020F0502020204030204"/>
                <a:cs typeface="B Homa" panose="00000400000000000000" pitchFamily="2" charset="-78"/>
              </a:rPr>
              <a:t>امید داریم در این راه ما را حمایت کنید تا بتوانیم به مسیر خود ادامه دهیم. </a:t>
            </a:r>
          </a:p>
        </p:txBody>
      </p:sp>
      <p:sp>
        <p:nvSpPr>
          <p:cNvPr id="57" name="Rectangle: Rounded Corners 56">
            <a:extLst>
              <a:ext uri="{FF2B5EF4-FFF2-40B4-BE49-F238E27FC236}">
                <a16:creationId xmlns:a16="http://schemas.microsoft.com/office/drawing/2014/main" id="{2D4EAA0F-D86C-F77F-DCE4-89C09B062B5E}"/>
              </a:ext>
            </a:extLst>
          </p:cNvPr>
          <p:cNvSpPr/>
          <p:nvPr userDrawn="1"/>
        </p:nvSpPr>
        <p:spPr>
          <a:xfrm>
            <a:off x="3857567" y="735098"/>
            <a:ext cx="1986189" cy="350550"/>
          </a:xfrm>
          <a:prstGeom prst="roundRect">
            <a:avLst>
              <a:gd name="adj" fmla="val 2292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cs typeface="B Homa" panose="00000400000000000000" pitchFamily="2" charset="-78"/>
            </a:endParaRPr>
          </a:p>
        </p:txBody>
      </p:sp>
      <p:sp>
        <p:nvSpPr>
          <p:cNvPr id="58" name="TextBox 57">
            <a:extLst>
              <a:ext uri="{FF2B5EF4-FFF2-40B4-BE49-F238E27FC236}">
                <a16:creationId xmlns:a16="http://schemas.microsoft.com/office/drawing/2014/main" id="{1BCD3B26-FEE0-EF40-18E6-3F85DBD306EB}"/>
              </a:ext>
            </a:extLst>
          </p:cNvPr>
          <p:cNvSpPr txBox="1"/>
          <p:nvPr userDrawn="1"/>
        </p:nvSpPr>
        <p:spPr>
          <a:xfrm>
            <a:off x="3857566" y="679541"/>
            <a:ext cx="1986189" cy="461665"/>
          </a:xfrm>
          <a:prstGeom prst="rect">
            <a:avLst/>
          </a:prstGeom>
          <a:noFill/>
        </p:spPr>
        <p:txBody>
          <a:bodyPr wrap="square" rtlCol="0">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a:noFill/>
                </a:ln>
                <a:solidFill>
                  <a:srgbClr val="3028B3"/>
                </a:solidFill>
                <a:effectLst/>
                <a:uLnTx/>
                <a:uFillTx/>
                <a:latin typeface="Calibri" panose="020F0502020204030204"/>
                <a:ea typeface="+mn-ea"/>
                <a:cs typeface="B Homa" panose="00000400000000000000" pitchFamily="2" charset="-78"/>
              </a:rPr>
              <a:t>دوست عزیز سلام</a:t>
            </a:r>
          </a:p>
        </p:txBody>
      </p:sp>
      <p:sp>
        <p:nvSpPr>
          <p:cNvPr id="59" name="Freeform: Shape 58">
            <a:extLst>
              <a:ext uri="{FF2B5EF4-FFF2-40B4-BE49-F238E27FC236}">
                <a16:creationId xmlns:a16="http://schemas.microsoft.com/office/drawing/2014/main" id="{92C6565A-E12F-830D-58D5-ABA94ACC6F0C}"/>
              </a:ext>
            </a:extLst>
          </p:cNvPr>
          <p:cNvSpPr/>
          <p:nvPr userDrawn="1"/>
        </p:nvSpPr>
        <p:spPr>
          <a:xfrm rot="-2700000">
            <a:off x="1181338" y="-1491207"/>
            <a:ext cx="5179635" cy="5179634"/>
          </a:xfrm>
          <a:custGeom>
            <a:avLst/>
            <a:gdLst>
              <a:gd name="connsiteX0" fmla="*/ 786101 w 5179635"/>
              <a:gd name="connsiteY0" fmla="*/ 27576 h 5179634"/>
              <a:gd name="connsiteX1" fmla="*/ 5152059 w 5179635"/>
              <a:gd name="connsiteY1" fmla="*/ 4393533 h 5179634"/>
              <a:gd name="connsiteX2" fmla="*/ 5152059 w 5179635"/>
              <a:gd name="connsiteY2" fmla="*/ 4526684 h 5179634"/>
              <a:gd name="connsiteX3" fmla="*/ 4526684 w 5179635"/>
              <a:gd name="connsiteY3" fmla="*/ 5152058 h 5179634"/>
              <a:gd name="connsiteX4" fmla="*/ 4393533 w 5179635"/>
              <a:gd name="connsiteY4" fmla="*/ 5152058 h 5179634"/>
              <a:gd name="connsiteX5" fmla="*/ 645055 w 5179635"/>
              <a:gd name="connsiteY5" fmla="*/ 1403580 h 5179634"/>
              <a:gd name="connsiteX6" fmla="*/ 153382 w 5179635"/>
              <a:gd name="connsiteY6" fmla="*/ 1403580 h 5179634"/>
              <a:gd name="connsiteX7" fmla="*/ 153382 w 5179635"/>
              <a:gd name="connsiteY7" fmla="*/ 911907 h 5179634"/>
              <a:gd name="connsiteX8" fmla="*/ 27576 w 5179635"/>
              <a:gd name="connsiteY8" fmla="*/ 786101 h 5179634"/>
              <a:gd name="connsiteX9" fmla="*/ 27576 w 5179635"/>
              <a:gd name="connsiteY9" fmla="*/ 652950 h 5179634"/>
              <a:gd name="connsiteX10" fmla="*/ 652950 w 5179635"/>
              <a:gd name="connsiteY10" fmla="*/ 27576 h 5179634"/>
              <a:gd name="connsiteX11" fmla="*/ 786101 w 5179635"/>
              <a:gd name="connsiteY11" fmla="*/ 27576 h 517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9635" h="5179634">
                <a:moveTo>
                  <a:pt x="786101" y="27576"/>
                </a:moveTo>
                <a:lnTo>
                  <a:pt x="5152059" y="4393533"/>
                </a:lnTo>
                <a:cubicBezTo>
                  <a:pt x="5188827" y="4430302"/>
                  <a:pt x="5188827" y="4489915"/>
                  <a:pt x="5152059" y="4526684"/>
                </a:cubicBezTo>
                <a:lnTo>
                  <a:pt x="4526684" y="5152058"/>
                </a:lnTo>
                <a:cubicBezTo>
                  <a:pt x="4489915" y="5188827"/>
                  <a:pt x="4430302" y="5188827"/>
                  <a:pt x="4393533" y="5152058"/>
                </a:cubicBezTo>
                <a:lnTo>
                  <a:pt x="645055" y="1403580"/>
                </a:lnTo>
                <a:lnTo>
                  <a:pt x="153382" y="1403580"/>
                </a:lnTo>
                <a:lnTo>
                  <a:pt x="153382" y="911907"/>
                </a:lnTo>
                <a:lnTo>
                  <a:pt x="27576" y="786101"/>
                </a:lnTo>
                <a:cubicBezTo>
                  <a:pt x="-9193" y="749332"/>
                  <a:pt x="-9193" y="689719"/>
                  <a:pt x="27576" y="652950"/>
                </a:cubicBezTo>
                <a:lnTo>
                  <a:pt x="652950" y="27576"/>
                </a:lnTo>
                <a:cubicBezTo>
                  <a:pt x="689719" y="-9193"/>
                  <a:pt x="749333" y="-9193"/>
                  <a:pt x="786101" y="27576"/>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Oval 59">
            <a:extLst>
              <a:ext uri="{FF2B5EF4-FFF2-40B4-BE49-F238E27FC236}">
                <a16:creationId xmlns:a16="http://schemas.microsoft.com/office/drawing/2014/main" id="{3804096A-6544-2E91-A1B9-0F87FCCAAF13}"/>
              </a:ext>
            </a:extLst>
          </p:cNvPr>
          <p:cNvSpPr/>
          <p:nvPr userDrawn="1"/>
        </p:nvSpPr>
        <p:spPr>
          <a:xfrm>
            <a:off x="5530452" y="2425886"/>
            <a:ext cx="213362" cy="213362"/>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2000">
              <a:solidFill>
                <a:prstClr val="white"/>
              </a:solidFill>
              <a:latin typeface="Calibri" panose="020F0502020204030204"/>
              <a:cs typeface="B Homa" panose="00000400000000000000" pitchFamily="2" charset="-78"/>
            </a:endParaRPr>
          </a:p>
        </p:txBody>
      </p:sp>
      <p:sp>
        <p:nvSpPr>
          <p:cNvPr id="61" name="Oval 60">
            <a:extLst>
              <a:ext uri="{FF2B5EF4-FFF2-40B4-BE49-F238E27FC236}">
                <a16:creationId xmlns:a16="http://schemas.microsoft.com/office/drawing/2014/main" id="{1459B2CC-F86F-D6AD-C44A-BDB3DDB72F37}"/>
              </a:ext>
            </a:extLst>
          </p:cNvPr>
          <p:cNvSpPr/>
          <p:nvPr userDrawn="1"/>
        </p:nvSpPr>
        <p:spPr>
          <a:xfrm>
            <a:off x="5530452" y="4574441"/>
            <a:ext cx="213362" cy="213362"/>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2000">
              <a:solidFill>
                <a:prstClr val="white"/>
              </a:solidFill>
              <a:latin typeface="Calibri" panose="020F0502020204030204"/>
              <a:cs typeface="B Homa" panose="00000400000000000000" pitchFamily="2" charset="-78"/>
            </a:endParaRPr>
          </a:p>
        </p:txBody>
      </p:sp>
      <p:sp>
        <p:nvSpPr>
          <p:cNvPr id="62" name="TextBox 61">
            <a:extLst>
              <a:ext uri="{FF2B5EF4-FFF2-40B4-BE49-F238E27FC236}">
                <a16:creationId xmlns:a16="http://schemas.microsoft.com/office/drawing/2014/main" id="{7A4099F7-E46C-9A64-569C-A27ADD3CD6E2}"/>
              </a:ext>
            </a:extLst>
          </p:cNvPr>
          <p:cNvSpPr txBox="1"/>
          <p:nvPr userDrawn="1"/>
        </p:nvSpPr>
        <p:spPr>
          <a:xfrm>
            <a:off x="1234441" y="3265727"/>
            <a:ext cx="4270799" cy="923330"/>
          </a:xfrm>
          <a:prstGeom prst="rect">
            <a:avLst/>
          </a:prstGeom>
          <a:noFill/>
        </p:spPr>
        <p:txBody>
          <a:bodyPr wrap="square" rtlCol="0">
            <a:spAutoFit/>
          </a:bodyPr>
          <a:lstStyle/>
          <a:p>
            <a:pPr algn="just" rtl="1">
              <a:lnSpc>
                <a:spcPct val="120000"/>
              </a:lnSpc>
              <a:defRPr/>
            </a:pPr>
            <a:r>
              <a:rPr lang="fa-IR" sz="1500" dirty="0">
                <a:solidFill>
                  <a:schemeClr val="bg1"/>
                </a:solidFill>
                <a:latin typeface="Calibri" panose="020F0502020204030204"/>
                <a:cs typeface="B Homa" panose="00000400000000000000" pitchFamily="2" charset="-78"/>
              </a:rPr>
              <a:t>تیم ما در تلاش است با تولید قالب های آماده پارپوینت فارسی به هم وطنان عزیزمان کمک کنیم تا ارائه ای  حرفه ای و جذاب تر را برای مخاطبین خود رقم بزنند. </a:t>
            </a:r>
          </a:p>
        </p:txBody>
      </p:sp>
      <p:sp>
        <p:nvSpPr>
          <p:cNvPr id="63" name="Oval 62">
            <a:extLst>
              <a:ext uri="{FF2B5EF4-FFF2-40B4-BE49-F238E27FC236}">
                <a16:creationId xmlns:a16="http://schemas.microsoft.com/office/drawing/2014/main" id="{F99B5200-F3D2-0B9A-CFC2-ED960B2717AA}"/>
              </a:ext>
            </a:extLst>
          </p:cNvPr>
          <p:cNvSpPr/>
          <p:nvPr userDrawn="1"/>
        </p:nvSpPr>
        <p:spPr>
          <a:xfrm>
            <a:off x="5530452" y="3376491"/>
            <a:ext cx="213362" cy="213362"/>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sz="2000">
              <a:solidFill>
                <a:prstClr val="white"/>
              </a:solidFill>
              <a:latin typeface="Calibri" panose="020F0502020204030204"/>
              <a:cs typeface="B Homa" panose="00000400000000000000" pitchFamily="2" charset="-78"/>
            </a:endParaRPr>
          </a:p>
        </p:txBody>
      </p:sp>
      <p:pic>
        <p:nvPicPr>
          <p:cNvPr id="64" name="Graphic 63">
            <a:extLst>
              <a:ext uri="{FF2B5EF4-FFF2-40B4-BE49-F238E27FC236}">
                <a16:creationId xmlns:a16="http://schemas.microsoft.com/office/drawing/2014/main" id="{D5E7C817-F4D2-34AF-8E0D-B1EE5D4F578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52552" y="684966"/>
            <a:ext cx="895350" cy="828675"/>
          </a:xfrm>
          <a:prstGeom prst="rect">
            <a:avLst/>
          </a:prstGeom>
        </p:spPr>
      </p:pic>
      <p:pic>
        <p:nvPicPr>
          <p:cNvPr id="65" name="Graphic 64">
            <a:extLst>
              <a:ext uri="{FF2B5EF4-FFF2-40B4-BE49-F238E27FC236}">
                <a16:creationId xmlns:a16="http://schemas.microsoft.com/office/drawing/2014/main" id="{60D5AD9B-1EDD-FC27-DD59-F3BC154DDBE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19344" y="288823"/>
            <a:ext cx="2181225" cy="923925"/>
          </a:xfrm>
          <a:prstGeom prst="rect">
            <a:avLst/>
          </a:prstGeom>
        </p:spPr>
      </p:pic>
      <p:sp>
        <p:nvSpPr>
          <p:cNvPr id="66" name="TextBox 65">
            <a:extLst>
              <a:ext uri="{FF2B5EF4-FFF2-40B4-BE49-F238E27FC236}">
                <a16:creationId xmlns:a16="http://schemas.microsoft.com/office/drawing/2014/main" id="{0E594568-3A32-1022-C7F6-2AA584D50DC4}"/>
              </a:ext>
            </a:extLst>
          </p:cNvPr>
          <p:cNvSpPr txBox="1"/>
          <p:nvPr userDrawn="1"/>
        </p:nvSpPr>
        <p:spPr>
          <a:xfrm rot="16200000">
            <a:off x="-31810" y="5058792"/>
            <a:ext cx="1766475" cy="289438"/>
          </a:xfrm>
          <a:prstGeom prst="rect">
            <a:avLst/>
          </a:prstGeom>
        </p:spPr>
        <p:txBody>
          <a:bodyPr vert="horz" wrap="square" lIns="0" tIns="0" rIns="0" bIns="0" rtlCol="0">
            <a:spAutoFit/>
          </a:bodyPr>
          <a:lstStyle/>
          <a:p>
            <a:pPr marL="0" indent="0" algn="ctr">
              <a:lnSpc>
                <a:spcPct val="110000"/>
              </a:lnSpc>
              <a:buNone/>
            </a:pPr>
            <a:r>
              <a:rPr lang="en-US" dirty="0"/>
              <a:t>www.slidehall.ir</a:t>
            </a:r>
          </a:p>
        </p:txBody>
      </p:sp>
      <p:sp>
        <p:nvSpPr>
          <p:cNvPr id="67" name="Rectangle: Rounded Corners 66">
            <a:extLst>
              <a:ext uri="{FF2B5EF4-FFF2-40B4-BE49-F238E27FC236}">
                <a16:creationId xmlns:a16="http://schemas.microsoft.com/office/drawing/2014/main" id="{CBEA9C85-BD21-0610-414A-1AF22B504E36}"/>
              </a:ext>
            </a:extLst>
          </p:cNvPr>
          <p:cNvSpPr/>
          <p:nvPr userDrawn="1"/>
        </p:nvSpPr>
        <p:spPr>
          <a:xfrm>
            <a:off x="632308" y="2110740"/>
            <a:ext cx="5326533" cy="4084320"/>
          </a:xfrm>
          <a:prstGeom prst="roundRect">
            <a:avLst>
              <a:gd name="adj" fmla="val 3088"/>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cs typeface="B Homa" panose="00000400000000000000" pitchFamily="2" charset="-78"/>
            </a:endParaRPr>
          </a:p>
        </p:txBody>
      </p:sp>
      <p:sp>
        <p:nvSpPr>
          <p:cNvPr id="68" name="Text Placeholder 30">
            <a:extLst>
              <a:ext uri="{FF2B5EF4-FFF2-40B4-BE49-F238E27FC236}">
                <a16:creationId xmlns:a16="http://schemas.microsoft.com/office/drawing/2014/main" id="{71A2744D-9862-A604-FB1C-455F6E7B3850}"/>
              </a:ext>
            </a:extLst>
          </p:cNvPr>
          <p:cNvSpPr txBox="1">
            <a:spLocks/>
          </p:cNvSpPr>
          <p:nvPr userDrawn="1"/>
        </p:nvSpPr>
        <p:spPr>
          <a:xfrm>
            <a:off x="8001952" y="3959422"/>
            <a:ext cx="3034982" cy="1446550"/>
          </a:xfrm>
          <a:prstGeom prst="rect">
            <a:avLst/>
          </a:prstGeom>
        </p:spPr>
        <p:txBody>
          <a:bodyPr vert="horz" wrap="square" lIns="91440" tIns="45720" rIns="91440" bIns="45720" rtlCol="0">
            <a:spAutoFit/>
          </a:bodyPr>
          <a:lstStyle>
            <a:lvl1pPr marL="228600" indent="-228600" algn="just" defTabSz="914400" rtl="1"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just"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just"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just"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Low" defTabSz="914400" rtl="1" eaLnBrk="1" fontAlgn="auto" latinLnBrk="0" hangingPunct="1">
              <a:lnSpc>
                <a:spcPct val="100000"/>
              </a:lnSpc>
              <a:spcBef>
                <a:spcPts val="0"/>
              </a:spcBef>
              <a:spcAft>
                <a:spcPts val="0"/>
              </a:spcAft>
              <a:buClrTx/>
              <a:buSzTx/>
              <a:buNone/>
              <a:tabLst/>
              <a:defRPr/>
            </a:pPr>
            <a:r>
              <a:rPr lang="fa-IR" sz="1800" b="1" dirty="0">
                <a:solidFill>
                  <a:srgbClr val="FF4410"/>
                </a:solidFill>
                <a:latin typeface="Calibri" panose="020F0502020204030204"/>
                <a:cs typeface="B Homa" panose="00000400000000000000" pitchFamily="2" charset="-78"/>
              </a:rPr>
              <a:t>توجه: </a:t>
            </a:r>
            <a:r>
              <a:rPr lang="fa-IR" sz="1400" dirty="0">
                <a:solidFill>
                  <a:schemeClr val="tx1">
                    <a:lumMod val="65000"/>
                    <a:lumOff val="35000"/>
                  </a:schemeClr>
                </a:solidFill>
                <a:latin typeface="Calibri" panose="020F0502020204030204"/>
                <a:cs typeface="B Homa" panose="00000400000000000000" pitchFamily="2" charset="-78"/>
              </a:rPr>
              <a:t>قالب های پاورپوینت منتشر شده در وبسایت اسلایدهال در تمامی دسته های رایگان و غیر رایگان برای استفاده شخصی کاربران است. </a:t>
            </a:r>
          </a:p>
          <a:p>
            <a:pPr marL="0" marR="0" lvl="0" indent="0" algn="justLow" defTabSz="914400" rtl="1" eaLnBrk="1" fontAlgn="auto" latinLnBrk="0" hangingPunct="1">
              <a:lnSpc>
                <a:spcPct val="100000"/>
              </a:lnSpc>
              <a:spcBef>
                <a:spcPts val="0"/>
              </a:spcBef>
              <a:spcAft>
                <a:spcPts val="0"/>
              </a:spcAft>
              <a:buClrTx/>
              <a:buSzTx/>
              <a:buNone/>
              <a:tabLst/>
              <a:defRPr/>
            </a:pPr>
            <a:r>
              <a:rPr lang="fa-IR" sz="1400" b="1" dirty="0">
                <a:solidFill>
                  <a:schemeClr val="tx1">
                    <a:lumMod val="65000"/>
                    <a:lumOff val="35000"/>
                  </a:schemeClr>
                </a:solidFill>
                <a:latin typeface="Calibri" panose="020F0502020204030204"/>
                <a:cs typeface="B Homa" panose="00000400000000000000" pitchFamily="2" charset="-78"/>
              </a:rPr>
              <a:t>هرگونه استفاده تجاری و بازنشر آنها در وبسایت های دیگر غیر مجاز و غیر قانونی است.</a:t>
            </a:r>
          </a:p>
        </p:txBody>
      </p:sp>
    </p:spTree>
    <p:extLst>
      <p:ext uri="{BB962C8B-B14F-4D97-AF65-F5344CB8AC3E}">
        <p14:creationId xmlns:p14="http://schemas.microsoft.com/office/powerpoint/2010/main" val="830411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70F59-68AF-4EB5-67D7-ACF5158FD8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7DD3F-4CCF-6677-9AD0-B32D89CC6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9CD80-2AF0-5768-6B02-442E22455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AFF750-D17F-47E0-86A5-39DEBF2FD424}" type="datetime1">
              <a:rPr lang="en-US" smtClean="0"/>
              <a:t>10/7/2026</a:t>
            </a:fld>
            <a:endParaRPr lang="en-US"/>
          </a:p>
        </p:txBody>
      </p:sp>
      <p:sp>
        <p:nvSpPr>
          <p:cNvPr id="5" name="Footer Placeholder 4">
            <a:extLst>
              <a:ext uri="{FF2B5EF4-FFF2-40B4-BE49-F238E27FC236}">
                <a16:creationId xmlns:a16="http://schemas.microsoft.com/office/drawing/2014/main" id="{935029AF-A896-F6A6-FD86-83561CB1E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Right Triangle 6">
            <a:extLst>
              <a:ext uri="{FF2B5EF4-FFF2-40B4-BE49-F238E27FC236}">
                <a16:creationId xmlns:a16="http://schemas.microsoft.com/office/drawing/2014/main" id="{11E710D5-C4D2-2037-D33A-44E2C9A550B8}"/>
              </a:ext>
            </a:extLst>
          </p:cNvPr>
          <p:cNvSpPr/>
          <p:nvPr userDrawn="1"/>
        </p:nvSpPr>
        <p:spPr>
          <a:xfrm rot="5400000">
            <a:off x="91567" y="-94743"/>
            <a:ext cx="598487" cy="781623"/>
          </a:xfrm>
          <a:prstGeom prst="rtTriangle">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47776333-D567-3784-4DD7-DF4AD9EB9B58}"/>
              </a:ext>
            </a:extLst>
          </p:cNvPr>
          <p:cNvSpPr>
            <a:spLocks noGrp="1"/>
          </p:cNvSpPr>
          <p:nvPr>
            <p:ph type="sldNum" sz="quarter" idx="4"/>
          </p:nvPr>
        </p:nvSpPr>
        <p:spPr>
          <a:xfrm>
            <a:off x="-133351" y="25401"/>
            <a:ext cx="628652" cy="365125"/>
          </a:xfrm>
          <a:prstGeom prst="rect">
            <a:avLst/>
          </a:prstGeom>
        </p:spPr>
        <p:txBody>
          <a:bodyPr vert="horz" lIns="91440" tIns="45720" rIns="91440" bIns="45720" rtlCol="0" anchor="ctr"/>
          <a:lstStyle>
            <a:lvl1pPr algn="ctr">
              <a:defRPr sz="1800" b="1">
                <a:solidFill>
                  <a:schemeClr val="tx1">
                    <a:tint val="75000"/>
                  </a:schemeClr>
                </a:solidFill>
              </a:defRPr>
            </a:lvl1pPr>
          </a:lstStyle>
          <a:p>
            <a:fld id="{0262F45B-057E-45F1-BF75-BEAC56186E37}" type="slidenum">
              <a:rPr lang="en-US" smtClean="0"/>
              <a:pPr/>
              <a:t>‹#›</a:t>
            </a:fld>
            <a:endParaRPr lang="en-US" dirty="0"/>
          </a:p>
        </p:txBody>
      </p:sp>
    </p:spTree>
    <p:extLst>
      <p:ext uri="{BB962C8B-B14F-4D97-AF65-F5344CB8AC3E}">
        <p14:creationId xmlns:p14="http://schemas.microsoft.com/office/powerpoint/2010/main" val="3674360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6" r:id="rId8"/>
    <p:sldLayoutId id="2147483665" r:id="rId9"/>
    <p:sldLayoutId id="2147483664" r:id="rId10"/>
    <p:sldLayoutId id="2147483663" r:id="rId11"/>
    <p:sldLayoutId id="2147483662" r:id="rId12"/>
    <p:sldLayoutId id="2147483661" r:id="rId13"/>
    <p:sldLayoutId id="2147483660" r:id="rId14"/>
    <p:sldLayoutId id="2147483656" r:id="rId15"/>
    <p:sldLayoutId id="2147483657" r:id="rId16"/>
    <p:sldLayoutId id="2147483658" r:id="rId17"/>
    <p:sldLayoutId id="2147483659" r:id="rId18"/>
    <p:sldLayoutId id="2147483667" r:id="rId19"/>
  </p:sldLayoutIdLst>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xml"/><Relationship Id="rId4" Type="http://schemas.openxmlformats.org/officeDocument/2006/relationships/image" Target="../media/image14.jpeg"/></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jpeg"/><Relationship Id="rId1" Type="http://schemas.openxmlformats.org/officeDocument/2006/relationships/slideLayout" Target="../slideLayouts/slideLayout1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jp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28.jpg"/><Relationship Id="rId1" Type="http://schemas.openxmlformats.org/officeDocument/2006/relationships/slideLayout" Target="../slideLayouts/slideLayout13.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38.jpeg"/><Relationship Id="rId7" Type="http://schemas.openxmlformats.org/officeDocument/2006/relationships/image" Target="../media/image10.png"/><Relationship Id="rId2" Type="http://schemas.openxmlformats.org/officeDocument/2006/relationships/image" Target="../media/image37.jpeg"/><Relationship Id="rId1" Type="http://schemas.openxmlformats.org/officeDocument/2006/relationships/slideLayout" Target="../slideLayouts/slideLayout1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1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8.jp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svg"/><Relationship Id="rId7" Type="http://schemas.openxmlformats.org/officeDocument/2006/relationships/image" Target="../media/image49.sv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5.svg"/><Relationship Id="rId4" Type="http://schemas.openxmlformats.org/officeDocument/2006/relationships/image" Target="../media/image44.png"/><Relationship Id="rId9" Type="http://schemas.openxmlformats.org/officeDocument/2006/relationships/image" Target="../media/image51.svg"/></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53.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52.jpg"/><Relationship Id="rId1" Type="http://schemas.openxmlformats.org/officeDocument/2006/relationships/slideLayout" Target="../slideLayouts/slideLayout7.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54.sv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52.jpg"/><Relationship Id="rId1" Type="http://schemas.openxmlformats.org/officeDocument/2006/relationships/slideLayout" Target="../slideLayouts/slideLayout7.xml"/><Relationship Id="rId6" Type="http://schemas.openxmlformats.org/officeDocument/2006/relationships/image" Target="../media/image56.svg"/><Relationship Id="rId5" Type="http://schemas.openxmlformats.org/officeDocument/2006/relationships/image" Target="../media/image31.png"/><Relationship Id="rId10" Type="http://schemas.openxmlformats.org/officeDocument/2006/relationships/image" Target="../media/image58.svg"/><Relationship Id="rId4" Type="http://schemas.openxmlformats.org/officeDocument/2006/relationships/image" Target="../media/image55.sv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52.jpg"/><Relationship Id="rId1" Type="http://schemas.openxmlformats.org/officeDocument/2006/relationships/slideLayout" Target="../slideLayouts/slideLayout7.xml"/><Relationship Id="rId6" Type="http://schemas.openxmlformats.org/officeDocument/2006/relationships/image" Target="../media/image56.svg"/><Relationship Id="rId5" Type="http://schemas.openxmlformats.org/officeDocument/2006/relationships/image" Target="../media/image31.png"/><Relationship Id="rId10" Type="http://schemas.openxmlformats.org/officeDocument/2006/relationships/image" Target="../media/image58.svg"/><Relationship Id="rId4" Type="http://schemas.openxmlformats.org/officeDocument/2006/relationships/image" Target="../media/image55.sv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5.svg"/><Relationship Id="rId7" Type="http://schemas.openxmlformats.org/officeDocument/2006/relationships/image" Target="../media/image57.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56.svg"/><Relationship Id="rId4" Type="http://schemas.openxmlformats.org/officeDocument/2006/relationships/image" Target="../media/image31.png"/><Relationship Id="rId9" Type="http://schemas.openxmlformats.org/officeDocument/2006/relationships/image" Target="../media/image58.svg"/></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5.svg"/><Relationship Id="rId7" Type="http://schemas.openxmlformats.org/officeDocument/2006/relationships/image" Target="../media/image58.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7.svg"/><Relationship Id="rId4" Type="http://schemas.openxmlformats.org/officeDocument/2006/relationships/image" Target="../media/image33.png"/><Relationship Id="rId9" Type="http://schemas.openxmlformats.org/officeDocument/2006/relationships/image" Target="../media/image56.svg"/></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5.svg"/><Relationship Id="rId7" Type="http://schemas.openxmlformats.org/officeDocument/2006/relationships/image" Target="../media/image58.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6.svg"/><Relationship Id="rId4" Type="http://schemas.openxmlformats.org/officeDocument/2006/relationships/image" Target="../media/image31.png"/><Relationship Id="rId9" Type="http://schemas.openxmlformats.org/officeDocument/2006/relationships/image" Target="../media/image57.sv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5.svg"/><Relationship Id="rId7" Type="http://schemas.openxmlformats.org/officeDocument/2006/relationships/image" Target="../media/image57.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56.svg"/><Relationship Id="rId4" Type="http://schemas.openxmlformats.org/officeDocument/2006/relationships/image" Target="../media/image31.png"/><Relationship Id="rId9" Type="http://schemas.openxmlformats.org/officeDocument/2006/relationships/image" Target="../media/image58.sv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5.svg"/><Relationship Id="rId7" Type="http://schemas.openxmlformats.org/officeDocument/2006/relationships/image" Target="../media/image57.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56.svg"/><Relationship Id="rId4" Type="http://schemas.openxmlformats.org/officeDocument/2006/relationships/image" Target="../media/image31.png"/><Relationship Id="rId9" Type="http://schemas.openxmlformats.org/officeDocument/2006/relationships/image" Target="../media/image58.svg"/></Relationships>
</file>

<file path=ppt/slides/_rels/slide2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3.jpeg"/></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3.jpeg"/></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2.jp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5.svg"/></Relationships>
</file>

<file path=ppt/slides/_rels/slide3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52.jpg"/><Relationship Id="rId1" Type="http://schemas.openxmlformats.org/officeDocument/2006/relationships/slideLayout" Target="../slideLayouts/slideLayout7.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11.svg"/><Relationship Id="rId4" Type="http://schemas.openxmlformats.org/officeDocument/2006/relationships/image" Target="../media/image65.svg"/><Relationship Id="rId9" Type="http://schemas.openxmlformats.org/officeDocument/2006/relationships/image" Target="../media/image10.png"/></Relationships>
</file>

<file path=ppt/slides/_rels/slide31.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svg"/><Relationship Id="rId10" Type="http://schemas.openxmlformats.org/officeDocument/2006/relationships/image" Target="../media/image11.svg"/><Relationship Id="rId4" Type="http://schemas.openxmlformats.org/officeDocument/2006/relationships/image" Target="../media/image66.png"/><Relationship Id="rId9" Type="http://schemas.openxmlformats.org/officeDocument/2006/relationships/image" Target="../media/image10.png"/></Relationships>
</file>

<file path=ppt/slides/_rels/slide32.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70.jpeg"/><Relationship Id="rId1" Type="http://schemas.openxmlformats.org/officeDocument/2006/relationships/slideLayout" Target="../slideLayouts/slideLayout9.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11.svg"/><Relationship Id="rId4" Type="http://schemas.openxmlformats.org/officeDocument/2006/relationships/image" Target="../media/image65.svg"/><Relationship Id="rId9"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A9D18E"/>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4FE58D4-E422-0A89-DB94-A83FD37EB26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r="-1"/>
          <a:stretch/>
        </p:blipFill>
        <p:spPr>
          <a:xfrm>
            <a:off x="0" y="0"/>
            <a:ext cx="12196430" cy="7125966"/>
          </a:xfrm>
          <a:prstGeom prst="rect">
            <a:avLst/>
          </a:prstGeom>
        </p:spPr>
      </p:pic>
      <p:sp>
        <p:nvSpPr>
          <p:cNvPr id="11" name="Rectangle 10">
            <a:extLst>
              <a:ext uri="{FF2B5EF4-FFF2-40B4-BE49-F238E27FC236}">
                <a16:creationId xmlns:a16="http://schemas.microsoft.com/office/drawing/2014/main" id="{115BDB69-2DCC-6900-236B-D70DD45E3673}"/>
              </a:ext>
            </a:extLst>
          </p:cNvPr>
          <p:cNvSpPr/>
          <p:nvPr/>
        </p:nvSpPr>
        <p:spPr>
          <a:xfrm>
            <a:off x="-487052" y="-267968"/>
            <a:ext cx="13166105" cy="7393934"/>
          </a:xfrm>
          <a:prstGeom prst="rect">
            <a:avLst/>
          </a:prstGeom>
          <a:gradFill>
            <a:gsLst>
              <a:gs pos="0">
                <a:schemeClr val="accent1">
                  <a:lumMod val="5000"/>
                  <a:lumOff val="95000"/>
                  <a:alpha val="25000"/>
                </a:schemeClr>
              </a:gs>
              <a:gs pos="100000">
                <a:schemeClr val="bg1">
                  <a:alpha val="6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488DAA3-A2D4-539A-37F7-40F2370B6D9C}"/>
              </a:ext>
            </a:extLst>
          </p:cNvPr>
          <p:cNvSpPr/>
          <p:nvPr/>
        </p:nvSpPr>
        <p:spPr>
          <a:xfrm>
            <a:off x="977724" y="1428044"/>
            <a:ext cx="10236552" cy="3490052"/>
          </a:xfrm>
          <a:prstGeom prst="roundRect">
            <a:avLst>
              <a:gd name="adj" fmla="val 31169"/>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377409C4-F555-7FF4-F646-26CB1A0C85AC}"/>
              </a:ext>
            </a:extLst>
          </p:cNvPr>
          <p:cNvSpPr/>
          <p:nvPr/>
        </p:nvSpPr>
        <p:spPr>
          <a:xfrm rot="16200000">
            <a:off x="4827184" y="-1359370"/>
            <a:ext cx="2537633" cy="9576740"/>
          </a:xfrm>
          <a:prstGeom prst="roundRect">
            <a:avLst>
              <a:gd name="adj" fmla="val 29499"/>
            </a:avLst>
          </a:prstGeom>
          <a:solidFill>
            <a:srgbClr val="A9D18E"/>
          </a:solidFill>
          <a:ln>
            <a:noFill/>
          </a:ln>
          <a:effectLst>
            <a:outerShdw blurRad="12192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EBEEB7-176C-F76B-DFAE-F6BEBE29878D}"/>
              </a:ext>
            </a:extLst>
          </p:cNvPr>
          <p:cNvSpPr txBox="1"/>
          <p:nvPr/>
        </p:nvSpPr>
        <p:spPr>
          <a:xfrm>
            <a:off x="1307631" y="2450908"/>
            <a:ext cx="9227019" cy="1200329"/>
          </a:xfrm>
          <a:prstGeom prst="rect">
            <a:avLst/>
          </a:prstGeom>
          <a:noFill/>
          <a:effectLst/>
        </p:spPr>
        <p:txBody>
          <a:bodyPr wrap="square" rtlCol="0">
            <a:spAutoFit/>
          </a:bodyPr>
          <a:lstStyle/>
          <a:p>
            <a:pPr algn="r" rtl="1"/>
            <a:r>
              <a:rPr lang="fa-IR" sz="7200" dirty="0">
                <a:solidFill>
                  <a:schemeClr val="bg1"/>
                </a:solidFill>
                <a:cs typeface="B Titr" panose="00000700000000000000" pitchFamily="2" charset="-78"/>
              </a:rPr>
              <a:t>عنوان ارائه را اینجا بنویسید</a:t>
            </a:r>
            <a:endParaRPr lang="en-US" sz="7200" dirty="0">
              <a:solidFill>
                <a:schemeClr val="bg1"/>
              </a:solidFill>
              <a:cs typeface="B Titr" panose="00000700000000000000" pitchFamily="2" charset="-78"/>
            </a:endParaRPr>
          </a:p>
        </p:txBody>
      </p:sp>
      <p:sp>
        <p:nvSpPr>
          <p:cNvPr id="15" name="TextBox 14">
            <a:extLst>
              <a:ext uri="{FF2B5EF4-FFF2-40B4-BE49-F238E27FC236}">
                <a16:creationId xmlns:a16="http://schemas.microsoft.com/office/drawing/2014/main" id="{CE31F7FD-57C5-16BF-4DD6-A3A32653F9E2}"/>
              </a:ext>
            </a:extLst>
          </p:cNvPr>
          <p:cNvSpPr txBox="1"/>
          <p:nvPr/>
        </p:nvSpPr>
        <p:spPr>
          <a:xfrm>
            <a:off x="864646" y="4987283"/>
            <a:ext cx="4576762" cy="442674"/>
          </a:xfrm>
          <a:prstGeom prst="roundRect">
            <a:avLst/>
          </a:prstGeom>
          <a:solidFill>
            <a:schemeClr val="bg1">
              <a:alpha val="66000"/>
            </a:schemeClr>
          </a:solidFill>
        </p:spPr>
        <p:txBody>
          <a:bodyPr wrap="square" rtlCol="0" anchor="ctr" anchorCtr="0">
            <a:spAutoFit/>
          </a:bodyPr>
          <a:lstStyle/>
          <a:p>
            <a:pPr algn="r" rtl="1"/>
            <a:r>
              <a:rPr lang="fa-IR" sz="2000" dirty="0">
                <a:cs typeface="B Titr" panose="00000700000000000000" pitchFamily="2" charset="-78"/>
              </a:rPr>
              <a:t>استاد راهنما: نام و نام خانوادگی</a:t>
            </a:r>
            <a:endParaRPr lang="en-US" sz="2000" dirty="0">
              <a:cs typeface="B Titr" panose="00000700000000000000" pitchFamily="2" charset="-78"/>
            </a:endParaRPr>
          </a:p>
        </p:txBody>
      </p:sp>
      <p:sp>
        <p:nvSpPr>
          <p:cNvPr id="16" name="TextBox 15">
            <a:extLst>
              <a:ext uri="{FF2B5EF4-FFF2-40B4-BE49-F238E27FC236}">
                <a16:creationId xmlns:a16="http://schemas.microsoft.com/office/drawing/2014/main" id="{D71709CD-D83F-C739-9234-F3700E230E27}"/>
              </a:ext>
            </a:extLst>
          </p:cNvPr>
          <p:cNvSpPr txBox="1"/>
          <p:nvPr/>
        </p:nvSpPr>
        <p:spPr>
          <a:xfrm>
            <a:off x="864646" y="5510829"/>
            <a:ext cx="4576762" cy="442674"/>
          </a:xfrm>
          <a:prstGeom prst="roundRect">
            <a:avLst/>
          </a:prstGeom>
          <a:solidFill>
            <a:schemeClr val="bg1">
              <a:alpha val="66000"/>
            </a:schemeClr>
          </a:solidFill>
        </p:spPr>
        <p:txBody>
          <a:bodyPr wrap="square" rtlCol="0" anchor="ctr" anchorCtr="0">
            <a:spAutoFit/>
          </a:bodyPr>
          <a:lstStyle/>
          <a:p>
            <a:pPr algn="r" rtl="1"/>
            <a:r>
              <a:rPr lang="fa-IR" sz="2000" dirty="0">
                <a:cs typeface="B Titr" panose="00000700000000000000" pitchFamily="2" charset="-78"/>
              </a:rPr>
              <a:t>ارائه دهنده: نام و نام خانوادگی</a:t>
            </a:r>
            <a:endParaRPr lang="en-US" sz="2000" dirty="0">
              <a:cs typeface="B Titr" panose="00000700000000000000" pitchFamily="2" charset="-78"/>
            </a:endParaRPr>
          </a:p>
        </p:txBody>
      </p:sp>
      <p:sp>
        <p:nvSpPr>
          <p:cNvPr id="17" name="TextBox 16">
            <a:extLst>
              <a:ext uri="{FF2B5EF4-FFF2-40B4-BE49-F238E27FC236}">
                <a16:creationId xmlns:a16="http://schemas.microsoft.com/office/drawing/2014/main" id="{610DD44F-205E-17E6-19BC-A3416EB824AB}"/>
              </a:ext>
            </a:extLst>
          </p:cNvPr>
          <p:cNvSpPr txBox="1"/>
          <p:nvPr/>
        </p:nvSpPr>
        <p:spPr>
          <a:xfrm>
            <a:off x="3884071" y="6068968"/>
            <a:ext cx="1557337" cy="442674"/>
          </a:xfrm>
          <a:prstGeom prst="roundRect">
            <a:avLst/>
          </a:prstGeom>
          <a:solidFill>
            <a:schemeClr val="bg1">
              <a:alpha val="66000"/>
            </a:schemeClr>
          </a:solidFill>
        </p:spPr>
        <p:txBody>
          <a:bodyPr wrap="square" rtlCol="0" anchor="ctr" anchorCtr="0">
            <a:spAutoFit/>
          </a:bodyPr>
          <a:lstStyle/>
          <a:p>
            <a:pPr algn="ctr" rtl="1"/>
            <a:r>
              <a:rPr lang="fa-IR" sz="2000" dirty="0">
                <a:cs typeface="B Titr" panose="00000700000000000000" pitchFamily="2" charset="-78"/>
              </a:rPr>
              <a:t>تابستان 1501</a:t>
            </a:r>
            <a:endParaRPr lang="en-US" sz="2000" dirty="0">
              <a:cs typeface="B Titr" panose="00000700000000000000" pitchFamily="2" charset="-78"/>
            </a:endParaRPr>
          </a:p>
        </p:txBody>
      </p:sp>
      <p:sp>
        <p:nvSpPr>
          <p:cNvPr id="18" name="TextBox 17">
            <a:extLst>
              <a:ext uri="{FF2B5EF4-FFF2-40B4-BE49-F238E27FC236}">
                <a16:creationId xmlns:a16="http://schemas.microsoft.com/office/drawing/2014/main" id="{FA9D5285-697C-014B-BB7E-38C83418FDE5}"/>
              </a:ext>
            </a:extLst>
          </p:cNvPr>
          <p:cNvSpPr txBox="1"/>
          <p:nvPr/>
        </p:nvSpPr>
        <p:spPr>
          <a:xfrm>
            <a:off x="1307631" y="1575464"/>
            <a:ext cx="9227019" cy="461665"/>
          </a:xfrm>
          <a:prstGeom prst="rect">
            <a:avLst/>
          </a:prstGeom>
          <a:noFill/>
        </p:spPr>
        <p:txBody>
          <a:bodyPr wrap="square" rtlCol="0">
            <a:spAutoFit/>
          </a:bodyPr>
          <a:lstStyle/>
          <a:p>
            <a:pPr algn="ctr" rtl="1"/>
            <a:r>
              <a:rPr lang="fa-IR" sz="2400" dirty="0">
                <a:solidFill>
                  <a:schemeClr val="tx1">
                    <a:lumMod val="50000"/>
                    <a:lumOff val="50000"/>
                  </a:schemeClr>
                </a:solidFill>
                <a:latin typeface="IRAN(FaNum)" panose="020B0606030804020204" pitchFamily="34" charset="-78"/>
                <a:cs typeface="B Titr" panose="00000700000000000000" pitchFamily="2" charset="-78"/>
              </a:rPr>
              <a:t>به نام خدا</a:t>
            </a:r>
            <a:endParaRPr lang="en-US" sz="2400" dirty="0">
              <a:solidFill>
                <a:schemeClr val="tx1">
                  <a:lumMod val="50000"/>
                  <a:lumOff val="50000"/>
                </a:schemeClr>
              </a:solidFill>
              <a:latin typeface="IRAN(FaNum)" panose="020B0606030804020204" pitchFamily="34" charset="-78"/>
              <a:cs typeface="B Titr" panose="00000700000000000000" pitchFamily="2" charset="-78"/>
            </a:endParaRPr>
          </a:p>
        </p:txBody>
      </p:sp>
      <p:pic>
        <p:nvPicPr>
          <p:cNvPr id="19" name="Graphic 18">
            <a:extLst>
              <a:ext uri="{FF2B5EF4-FFF2-40B4-BE49-F238E27FC236}">
                <a16:creationId xmlns:a16="http://schemas.microsoft.com/office/drawing/2014/main" id="{53A5AEF6-0693-0587-3E66-FEA5ADACE1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29670" y="5877565"/>
            <a:ext cx="1809958" cy="2419529"/>
          </a:xfrm>
          <a:prstGeom prst="rect">
            <a:avLst/>
          </a:prstGeom>
        </p:spPr>
      </p:pic>
      <p:pic>
        <p:nvPicPr>
          <p:cNvPr id="20" name="Graphic 19">
            <a:extLst>
              <a:ext uri="{FF2B5EF4-FFF2-40B4-BE49-F238E27FC236}">
                <a16:creationId xmlns:a16="http://schemas.microsoft.com/office/drawing/2014/main" id="{E8635D81-A905-AE7A-4DF2-6A8DE7AF4A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575626">
            <a:off x="-1083926" y="3405512"/>
            <a:ext cx="1809958" cy="2419529"/>
          </a:xfrm>
          <a:prstGeom prst="rect">
            <a:avLst/>
          </a:prstGeom>
        </p:spPr>
      </p:pic>
      <p:pic>
        <p:nvPicPr>
          <p:cNvPr id="21" name="Graphic 20">
            <a:extLst>
              <a:ext uri="{FF2B5EF4-FFF2-40B4-BE49-F238E27FC236}">
                <a16:creationId xmlns:a16="http://schemas.microsoft.com/office/drawing/2014/main" id="{FE029044-D199-F7A1-1DB2-F03E402304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575626">
            <a:off x="-186362" y="5560116"/>
            <a:ext cx="1809958" cy="2419529"/>
          </a:xfrm>
          <a:prstGeom prst="rect">
            <a:avLst/>
          </a:prstGeom>
        </p:spPr>
      </p:pic>
      <p:pic>
        <p:nvPicPr>
          <p:cNvPr id="3" name="Graphic 2">
            <a:extLst>
              <a:ext uri="{FF2B5EF4-FFF2-40B4-BE49-F238E27FC236}">
                <a16:creationId xmlns:a16="http://schemas.microsoft.com/office/drawing/2014/main" id="{5D4F9EC3-5568-16B2-4162-3FBFBE306D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3372034">
            <a:off x="-1715441" y="3616027"/>
            <a:ext cx="3700749" cy="4947115"/>
          </a:xfrm>
          <a:prstGeom prst="rect">
            <a:avLst/>
          </a:prstGeom>
          <a:effectLst>
            <a:outerShdw blurRad="508000" sx="102000" sy="102000" algn="ctr" rotWithShape="0">
              <a:prstClr val="black">
                <a:alpha val="40000"/>
              </a:prstClr>
            </a:outerShdw>
          </a:effectLst>
        </p:spPr>
      </p:pic>
      <p:pic>
        <p:nvPicPr>
          <p:cNvPr id="4" name="Graphic 3">
            <a:extLst>
              <a:ext uri="{FF2B5EF4-FFF2-40B4-BE49-F238E27FC236}">
                <a16:creationId xmlns:a16="http://schemas.microsoft.com/office/drawing/2014/main" id="{9938B2CD-39ED-E287-D97D-7C2A9114FF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3372034">
            <a:off x="480506" y="5612773"/>
            <a:ext cx="1843997" cy="2465032"/>
          </a:xfrm>
          <a:prstGeom prst="rect">
            <a:avLst/>
          </a:prstGeom>
          <a:effectLst>
            <a:outerShdw blurRad="508000" sx="102000" sy="102000" algn="ctr" rotWithShape="0">
              <a:prstClr val="black">
                <a:alpha val="40000"/>
              </a:prstClr>
            </a:outerShdw>
          </a:effectLst>
        </p:spPr>
      </p:pic>
      <p:pic>
        <p:nvPicPr>
          <p:cNvPr id="22" name="Graphic 21">
            <a:extLst>
              <a:ext uri="{FF2B5EF4-FFF2-40B4-BE49-F238E27FC236}">
                <a16:creationId xmlns:a16="http://schemas.microsoft.com/office/drawing/2014/main" id="{0D0A7EAD-9322-9474-9B9B-A24C2D8836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60695" y="4448491"/>
            <a:ext cx="1809958" cy="2419529"/>
          </a:xfrm>
          <a:prstGeom prst="rect">
            <a:avLst/>
          </a:prstGeom>
        </p:spPr>
      </p:pic>
      <p:pic>
        <p:nvPicPr>
          <p:cNvPr id="7" name="Graphic 6">
            <a:extLst>
              <a:ext uri="{FF2B5EF4-FFF2-40B4-BE49-F238E27FC236}">
                <a16:creationId xmlns:a16="http://schemas.microsoft.com/office/drawing/2014/main" id="{7474DDD7-E1DC-60A2-5F4E-E8C69C5519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8856046" flipH="1" flipV="1">
            <a:off x="10459588" y="3635313"/>
            <a:ext cx="4303345" cy="5752658"/>
          </a:xfrm>
          <a:prstGeom prst="rect">
            <a:avLst/>
          </a:prstGeom>
          <a:effectLst>
            <a:outerShdw blurRad="508000" sx="102000" sy="102000" algn="ctr" rotWithShape="0">
              <a:prstClr val="black">
                <a:alpha val="40000"/>
              </a:prstClr>
            </a:outerShdw>
          </a:effectLst>
        </p:spPr>
      </p:pic>
      <p:pic>
        <p:nvPicPr>
          <p:cNvPr id="23" name="Graphic 22">
            <a:extLst>
              <a:ext uri="{FF2B5EF4-FFF2-40B4-BE49-F238E27FC236}">
                <a16:creationId xmlns:a16="http://schemas.microsoft.com/office/drawing/2014/main" id="{43E8A64D-EF9D-4315-78B3-2419BE7343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4699882">
            <a:off x="10175192" y="-272912"/>
            <a:ext cx="1809958" cy="2419529"/>
          </a:xfrm>
          <a:prstGeom prst="rect">
            <a:avLst/>
          </a:prstGeom>
        </p:spPr>
      </p:pic>
      <p:pic>
        <p:nvPicPr>
          <p:cNvPr id="5" name="Graphic 4">
            <a:extLst>
              <a:ext uri="{FF2B5EF4-FFF2-40B4-BE49-F238E27FC236}">
                <a16:creationId xmlns:a16="http://schemas.microsoft.com/office/drawing/2014/main" id="{231F59AF-8624-21DC-89C7-89C9107F56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3372034" flipH="1" flipV="1">
            <a:off x="10321258" y="-1439485"/>
            <a:ext cx="3201444" cy="4279650"/>
          </a:xfrm>
          <a:prstGeom prst="rect">
            <a:avLst/>
          </a:prstGeom>
          <a:effectLst>
            <a:outerShdw blurRad="508000" sx="102000" sy="102000" algn="ctr" rotWithShape="0">
              <a:prstClr val="black">
                <a:alpha val="40000"/>
              </a:prstClr>
            </a:outerShdw>
          </a:effectLst>
        </p:spPr>
      </p:pic>
      <p:pic>
        <p:nvPicPr>
          <p:cNvPr id="8" name="Graphic 7">
            <a:extLst>
              <a:ext uri="{FF2B5EF4-FFF2-40B4-BE49-F238E27FC236}">
                <a16:creationId xmlns:a16="http://schemas.microsoft.com/office/drawing/2014/main" id="{4CE872E0-F29F-68E0-1E7B-1F56DFFFB96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3372034" flipH="1" flipV="1">
            <a:off x="9332245" y="-1679336"/>
            <a:ext cx="2404809" cy="3214718"/>
          </a:xfrm>
          <a:prstGeom prst="rect">
            <a:avLst/>
          </a:prstGeom>
          <a:effectLst>
            <a:outerShdw blurRad="508000" sx="102000" sy="102000" algn="ctr" rotWithShape="0">
              <a:prstClr val="black">
                <a:alpha val="40000"/>
              </a:prstClr>
            </a:outerShdw>
          </a:effectLst>
        </p:spPr>
      </p:pic>
      <p:pic>
        <p:nvPicPr>
          <p:cNvPr id="24" name="Graphic 23">
            <a:extLst>
              <a:ext uri="{FF2B5EF4-FFF2-40B4-BE49-F238E27FC236}">
                <a16:creationId xmlns:a16="http://schemas.microsoft.com/office/drawing/2014/main" id="{7B6C604B-70BA-387C-D9D9-E471E3415D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7973130">
            <a:off x="-475928" y="-1259146"/>
            <a:ext cx="2348659" cy="3139658"/>
          </a:xfrm>
          <a:prstGeom prst="rect">
            <a:avLst/>
          </a:prstGeom>
        </p:spPr>
      </p:pic>
      <p:pic>
        <p:nvPicPr>
          <p:cNvPr id="2" name="Graphic 1">
            <a:extLst>
              <a:ext uri="{FF2B5EF4-FFF2-40B4-BE49-F238E27FC236}">
                <a16:creationId xmlns:a16="http://schemas.microsoft.com/office/drawing/2014/main" id="{91006457-E204-F577-520C-DAF81EB2C0F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9157745">
            <a:off x="-1542560" y="-1032124"/>
            <a:ext cx="3085120" cy="4124150"/>
          </a:xfrm>
          <a:prstGeom prst="rect">
            <a:avLst/>
          </a:prstGeom>
          <a:effectLst>
            <a:outerShdw blurRad="508000" sx="102000" sy="102000" algn="ctr" rotWithShape="0">
              <a:prstClr val="black">
                <a:alpha val="40000"/>
              </a:prstClr>
            </a:outerShdw>
          </a:effectLst>
        </p:spPr>
      </p:pic>
      <p:sp>
        <p:nvSpPr>
          <p:cNvPr id="33" name="Rectangle: Rounded Corners 32">
            <a:extLst>
              <a:ext uri="{FF2B5EF4-FFF2-40B4-BE49-F238E27FC236}">
                <a16:creationId xmlns:a16="http://schemas.microsoft.com/office/drawing/2014/main" id="{08014E6D-717D-3906-B9A0-602AE4BF09D3}"/>
              </a:ext>
            </a:extLst>
          </p:cNvPr>
          <p:cNvSpPr/>
          <p:nvPr/>
        </p:nvSpPr>
        <p:spPr>
          <a:xfrm rot="16200000">
            <a:off x="10043712" y="3797271"/>
            <a:ext cx="435778" cy="546103"/>
          </a:xfrm>
          <a:prstGeom prst="roundRect">
            <a:avLst>
              <a:gd name="adj" fmla="val 29499"/>
            </a:avLst>
          </a:prstGeom>
          <a:solidFill>
            <a:srgbClr val="84B672"/>
          </a:solidFill>
          <a:ln>
            <a:noFill/>
          </a:ln>
          <a:effectLst>
            <a:outerShdw blurRad="12192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3FA16A0-41E0-3F29-F909-8E7E44B8A547}"/>
              </a:ext>
            </a:extLst>
          </p:cNvPr>
          <p:cNvSpPr txBox="1"/>
          <p:nvPr/>
        </p:nvSpPr>
        <p:spPr>
          <a:xfrm>
            <a:off x="1307631" y="3826548"/>
            <a:ext cx="9227019" cy="461665"/>
          </a:xfrm>
          <a:prstGeom prst="rect">
            <a:avLst/>
          </a:prstGeom>
          <a:noFill/>
        </p:spPr>
        <p:txBody>
          <a:bodyPr wrap="square" rtlCol="0">
            <a:spAutoFit/>
          </a:bodyPr>
          <a:lstStyle/>
          <a:p>
            <a:pPr algn="r" rtl="1"/>
            <a:r>
              <a:rPr lang="fa-IR" sz="2400" dirty="0">
                <a:solidFill>
                  <a:schemeClr val="bg1"/>
                </a:solidFill>
                <a:cs typeface="B Titr" panose="00000700000000000000" pitchFamily="2" charset="-78"/>
              </a:rPr>
              <a:t>عنوان دوم را اینجا بنویسید</a:t>
            </a:r>
            <a:endParaRPr lang="en-US" sz="2400" dirty="0">
              <a:solidFill>
                <a:schemeClr val="bg1"/>
              </a:solidFill>
              <a:cs typeface="B Titr" panose="00000700000000000000" pitchFamily="2" charset="-78"/>
            </a:endParaRPr>
          </a:p>
        </p:txBody>
      </p:sp>
    </p:spTree>
    <p:extLst>
      <p:ext uri="{BB962C8B-B14F-4D97-AF65-F5344CB8AC3E}">
        <p14:creationId xmlns:p14="http://schemas.microsoft.com/office/powerpoint/2010/main" val="2910358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1000" fill="hold"/>
                                        <p:tgtEl>
                                          <p:spTgt spid="17"/>
                                        </p:tgtEl>
                                        <p:attrNameLst>
                                          <p:attrName>ppt_x</p:attrName>
                                        </p:attrNameLst>
                                      </p:cBhvr>
                                      <p:tavLst>
                                        <p:tav tm="0">
                                          <p:val>
                                            <p:strVal val="#ppt_x"/>
                                          </p:val>
                                        </p:tav>
                                        <p:tav tm="100000">
                                          <p:val>
                                            <p:strVal val="#ppt_x"/>
                                          </p:val>
                                        </p:tav>
                                      </p:tavLst>
                                    </p:anim>
                                    <p:anim calcmode="lin" valueType="num">
                                      <p:cBhvr additive="base">
                                        <p:cTn id="16"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EB1CE507-BDBC-2767-4640-B08158A85B96}"/>
              </a:ext>
            </a:extLst>
          </p:cNvPr>
          <p:cNvSpPr/>
          <p:nvPr/>
        </p:nvSpPr>
        <p:spPr>
          <a:xfrm>
            <a:off x="10125394" y="2017179"/>
            <a:ext cx="1051200" cy="1051085"/>
          </a:xfrm>
          <a:prstGeom prst="roundRect">
            <a:avLst>
              <a:gd name="adj" fmla="val 5675"/>
            </a:avLst>
          </a:prstGeom>
          <a:solidFill>
            <a:srgbClr val="CDE1F3"/>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42" name="Rectangle: Rounded Corners 41">
            <a:extLst>
              <a:ext uri="{FF2B5EF4-FFF2-40B4-BE49-F238E27FC236}">
                <a16:creationId xmlns:a16="http://schemas.microsoft.com/office/drawing/2014/main" id="{D88BCEA8-6D74-812E-C0BF-041F026D5E89}"/>
              </a:ext>
            </a:extLst>
          </p:cNvPr>
          <p:cNvSpPr/>
          <p:nvPr/>
        </p:nvSpPr>
        <p:spPr>
          <a:xfrm>
            <a:off x="3533289" y="2017179"/>
            <a:ext cx="1051200" cy="1051085"/>
          </a:xfrm>
          <a:prstGeom prst="roundRect">
            <a:avLst>
              <a:gd name="adj" fmla="val 5675"/>
            </a:avLst>
          </a:prstGeom>
          <a:solidFill>
            <a:srgbClr val="EFD9D1"/>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39" name="Rectangle: Rounded Corners 38">
            <a:extLst>
              <a:ext uri="{FF2B5EF4-FFF2-40B4-BE49-F238E27FC236}">
                <a16:creationId xmlns:a16="http://schemas.microsoft.com/office/drawing/2014/main" id="{02B65090-DCB9-E5DC-6CD1-6C006F9C1C0E}"/>
              </a:ext>
            </a:extLst>
          </p:cNvPr>
          <p:cNvSpPr/>
          <p:nvPr/>
        </p:nvSpPr>
        <p:spPr>
          <a:xfrm>
            <a:off x="6751570" y="2017179"/>
            <a:ext cx="1051200" cy="1051085"/>
          </a:xfrm>
          <a:prstGeom prst="roundRect">
            <a:avLst>
              <a:gd name="adj" fmla="val 5675"/>
            </a:avLst>
          </a:prstGeom>
          <a:solidFill>
            <a:srgbClr val="92A08C"/>
          </a:solidFill>
          <a:ln>
            <a:noFill/>
          </a:ln>
        </p:spPr>
        <p:txBody>
          <a:bodyPr spcFirstLastPara="1" wrap="square" lIns="91425" tIns="91425" rIns="91425" bIns="91425" anchor="ctr" anchorCtr="0">
            <a:noAutofit/>
          </a:bodyPr>
          <a:lstStyle/>
          <a:p>
            <a:endParaRPr lang="en-US" sz="700" dirty="0">
              <a:solidFill>
                <a:srgbClr val="DB3862"/>
              </a:solidFill>
            </a:endParaRPr>
          </a:p>
        </p:txBody>
      </p:sp>
      <p:pic>
        <p:nvPicPr>
          <p:cNvPr id="17" name="Picture Placeholder 16">
            <a:extLst>
              <a:ext uri="{FF2B5EF4-FFF2-40B4-BE49-F238E27FC236}">
                <a16:creationId xmlns:a16="http://schemas.microsoft.com/office/drawing/2014/main" id="{D8F6924D-1ED5-A57B-18AB-B3A49D71172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p:blipFill>
        <p:spPr/>
      </p:pic>
      <p:pic>
        <p:nvPicPr>
          <p:cNvPr id="19" name="Picture Placeholder 18">
            <a:extLst>
              <a:ext uri="{FF2B5EF4-FFF2-40B4-BE49-F238E27FC236}">
                <a16:creationId xmlns:a16="http://schemas.microsoft.com/office/drawing/2014/main" id="{B967F1F6-3E03-5E0E-373D-6614606965E5}"/>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a:stretch/>
        </p:blipFill>
        <p:spPr/>
      </p:pic>
      <p:pic>
        <p:nvPicPr>
          <p:cNvPr id="37" name="Picture Placeholder 36">
            <a:extLst>
              <a:ext uri="{FF2B5EF4-FFF2-40B4-BE49-F238E27FC236}">
                <a16:creationId xmlns:a16="http://schemas.microsoft.com/office/drawing/2014/main" id="{45BEABDC-5EF5-A70D-92EE-1C532B4AF1C3}"/>
              </a:ext>
            </a:extLst>
          </p:cNvPr>
          <p:cNvPicPr>
            <a:picLocks noGrp="1" noChangeAspect="1"/>
          </p:cNvPicPr>
          <p:nvPr>
            <p:ph type="pic" sz="quarter" idx="15"/>
          </p:nvPr>
        </p:nvPicPr>
        <p:blipFill>
          <a:blip r:embed="rId4" cstate="print">
            <a:extLst>
              <a:ext uri="{28A0092B-C50C-407E-A947-70E740481C1C}">
                <a14:useLocalDpi xmlns:a14="http://schemas.microsoft.com/office/drawing/2010/main"/>
              </a:ext>
            </a:extLst>
          </a:blip>
          <a:srcRect/>
          <a:stretch/>
        </p:blipFill>
        <p:spPr/>
      </p:pic>
      <p:sp>
        <p:nvSpPr>
          <p:cNvPr id="12" name="Rectangle: Rounded Corners 11">
            <a:extLst>
              <a:ext uri="{FF2B5EF4-FFF2-40B4-BE49-F238E27FC236}">
                <a16:creationId xmlns:a16="http://schemas.microsoft.com/office/drawing/2014/main" id="{5716E04D-24A0-C2F7-3BE7-3C165AC85B53}"/>
              </a:ext>
            </a:extLst>
          </p:cNvPr>
          <p:cNvSpPr/>
          <p:nvPr/>
        </p:nvSpPr>
        <p:spPr>
          <a:xfrm>
            <a:off x="1773432" y="5197237"/>
            <a:ext cx="8645136" cy="1051084"/>
          </a:xfrm>
          <a:prstGeom prst="roundRect">
            <a:avLst>
              <a:gd name="adj" fmla="val 14480"/>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C05A2D5-03E9-5654-F93A-D309FF038433}"/>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44" name="TextBox 43">
            <a:extLst>
              <a:ext uri="{FF2B5EF4-FFF2-40B4-BE49-F238E27FC236}">
                <a16:creationId xmlns:a16="http://schemas.microsoft.com/office/drawing/2014/main" id="{5807E392-BD1A-597F-0092-37B08F850A20}"/>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grpSp>
        <p:nvGrpSpPr>
          <p:cNvPr id="45" name="Group 44">
            <a:extLst>
              <a:ext uri="{FF2B5EF4-FFF2-40B4-BE49-F238E27FC236}">
                <a16:creationId xmlns:a16="http://schemas.microsoft.com/office/drawing/2014/main" id="{B77766CC-0CC7-321B-660F-935BF1F26433}"/>
              </a:ext>
            </a:extLst>
          </p:cNvPr>
          <p:cNvGrpSpPr/>
          <p:nvPr/>
        </p:nvGrpSpPr>
        <p:grpSpPr>
          <a:xfrm>
            <a:off x="7958313" y="5261630"/>
            <a:ext cx="2306925" cy="847118"/>
            <a:chOff x="3789076" y="5707867"/>
            <a:chExt cx="2306925" cy="847118"/>
          </a:xfrm>
        </p:grpSpPr>
        <p:sp>
          <p:nvSpPr>
            <p:cNvPr id="46" name="TextBox 45">
              <a:extLst>
                <a:ext uri="{FF2B5EF4-FFF2-40B4-BE49-F238E27FC236}">
                  <a16:creationId xmlns:a16="http://schemas.microsoft.com/office/drawing/2014/main" id="{BB6A8AA9-3A33-A151-CA67-1F6AEBAF3259}"/>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47" name="TextBox 46">
              <a:extLst>
                <a:ext uri="{FF2B5EF4-FFF2-40B4-BE49-F238E27FC236}">
                  <a16:creationId xmlns:a16="http://schemas.microsoft.com/office/drawing/2014/main" id="{A98019B3-888B-F6BB-3F10-CCBCBB239184}"/>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48" name="Group 47">
            <a:extLst>
              <a:ext uri="{FF2B5EF4-FFF2-40B4-BE49-F238E27FC236}">
                <a16:creationId xmlns:a16="http://schemas.microsoft.com/office/drawing/2014/main" id="{B635F3BA-7914-EE53-562B-59FD626C5B80}"/>
              </a:ext>
            </a:extLst>
          </p:cNvPr>
          <p:cNvGrpSpPr/>
          <p:nvPr/>
        </p:nvGrpSpPr>
        <p:grpSpPr>
          <a:xfrm>
            <a:off x="4942537" y="5261630"/>
            <a:ext cx="2306925" cy="847118"/>
            <a:chOff x="3789076" y="5707867"/>
            <a:chExt cx="2306925" cy="847118"/>
          </a:xfrm>
        </p:grpSpPr>
        <p:sp>
          <p:nvSpPr>
            <p:cNvPr id="49" name="TextBox 48">
              <a:extLst>
                <a:ext uri="{FF2B5EF4-FFF2-40B4-BE49-F238E27FC236}">
                  <a16:creationId xmlns:a16="http://schemas.microsoft.com/office/drawing/2014/main" id="{49B1A467-D90C-20E1-C71E-C7CDA3A3BEB0}"/>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50" name="TextBox 49">
              <a:extLst>
                <a:ext uri="{FF2B5EF4-FFF2-40B4-BE49-F238E27FC236}">
                  <a16:creationId xmlns:a16="http://schemas.microsoft.com/office/drawing/2014/main" id="{90136F70-15F1-F075-BA96-9773CBD88D23}"/>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51" name="Group 50">
            <a:extLst>
              <a:ext uri="{FF2B5EF4-FFF2-40B4-BE49-F238E27FC236}">
                <a16:creationId xmlns:a16="http://schemas.microsoft.com/office/drawing/2014/main" id="{C3C6B5F7-2148-8024-AC7B-2B8620D675DD}"/>
              </a:ext>
            </a:extLst>
          </p:cNvPr>
          <p:cNvGrpSpPr/>
          <p:nvPr/>
        </p:nvGrpSpPr>
        <p:grpSpPr>
          <a:xfrm>
            <a:off x="1849298" y="5261630"/>
            <a:ext cx="2306925" cy="847118"/>
            <a:chOff x="3789076" y="5707867"/>
            <a:chExt cx="2306925" cy="847118"/>
          </a:xfrm>
        </p:grpSpPr>
        <p:sp>
          <p:nvSpPr>
            <p:cNvPr id="52" name="TextBox 51">
              <a:extLst>
                <a:ext uri="{FF2B5EF4-FFF2-40B4-BE49-F238E27FC236}">
                  <a16:creationId xmlns:a16="http://schemas.microsoft.com/office/drawing/2014/main" id="{497EF6DC-AD37-1C03-5F30-6C34A1A9BE40}"/>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53" name="TextBox 52">
              <a:extLst>
                <a:ext uri="{FF2B5EF4-FFF2-40B4-BE49-F238E27FC236}">
                  <a16:creationId xmlns:a16="http://schemas.microsoft.com/office/drawing/2014/main" id="{2F12A229-88CB-A9DC-1EC2-7C3210783986}"/>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sp>
        <p:nvSpPr>
          <p:cNvPr id="6" name="Slide Number Placeholder 5">
            <a:extLst>
              <a:ext uri="{FF2B5EF4-FFF2-40B4-BE49-F238E27FC236}">
                <a16:creationId xmlns:a16="http://schemas.microsoft.com/office/drawing/2014/main" id="{BFFAA972-D907-B397-0272-2E8A7E8C1D74}"/>
              </a:ext>
            </a:extLst>
          </p:cNvPr>
          <p:cNvSpPr>
            <a:spLocks noGrp="1"/>
          </p:cNvSpPr>
          <p:nvPr>
            <p:ph type="sldNum" sz="quarter" idx="4"/>
          </p:nvPr>
        </p:nvSpPr>
        <p:spPr/>
        <p:txBody>
          <a:bodyPr/>
          <a:lstStyle/>
          <a:p>
            <a:fld id="{0262F45B-057E-45F1-BF75-BEAC56186E37}" type="slidenum">
              <a:rPr lang="en-US" smtClean="0"/>
              <a:pPr/>
              <a:t>2</a:t>
            </a:fld>
            <a:endParaRPr lang="en-US" dirty="0"/>
          </a:p>
        </p:txBody>
      </p:sp>
    </p:spTree>
    <p:extLst>
      <p:ext uri="{BB962C8B-B14F-4D97-AF65-F5344CB8AC3E}">
        <p14:creationId xmlns:p14="http://schemas.microsoft.com/office/powerpoint/2010/main" val="2318254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Picture Placeholder 82">
            <a:extLst>
              <a:ext uri="{FF2B5EF4-FFF2-40B4-BE49-F238E27FC236}">
                <a16:creationId xmlns:a16="http://schemas.microsoft.com/office/drawing/2014/main" id="{D512B994-ED82-FCEE-B89E-1E79633B1636}"/>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a:fillRect/>
          </a:stretch>
        </p:blipFill>
        <p:spPr/>
      </p:pic>
      <p:sp>
        <p:nvSpPr>
          <p:cNvPr id="3" name="Google Shape;273;p38">
            <a:extLst>
              <a:ext uri="{FF2B5EF4-FFF2-40B4-BE49-F238E27FC236}">
                <a16:creationId xmlns:a16="http://schemas.microsoft.com/office/drawing/2014/main" id="{DA5F7776-63BD-560C-9562-BB3380513B30}"/>
              </a:ext>
            </a:extLst>
          </p:cNvPr>
          <p:cNvSpPr/>
          <p:nvPr/>
        </p:nvSpPr>
        <p:spPr>
          <a:xfrm>
            <a:off x="10665080" y="2666361"/>
            <a:ext cx="666949" cy="4191639"/>
          </a:xfrm>
          <a:custGeom>
            <a:avLst/>
            <a:gdLst/>
            <a:ahLst/>
            <a:cxnLst/>
            <a:rect l="l" t="t" r="r" b="b"/>
            <a:pathLst>
              <a:path w="604520" h="5354955" extrusionOk="0">
                <a:moveTo>
                  <a:pt x="0" y="5354447"/>
                </a:moveTo>
                <a:lnTo>
                  <a:pt x="604494" y="5354447"/>
                </a:lnTo>
                <a:lnTo>
                  <a:pt x="604494" y="0"/>
                </a:lnTo>
                <a:lnTo>
                  <a:pt x="0" y="0"/>
                </a:lnTo>
                <a:lnTo>
                  <a:pt x="0" y="5354447"/>
                </a:lnTo>
                <a:close/>
              </a:path>
            </a:pathLst>
          </a:custGeom>
          <a:solidFill>
            <a:srgbClr val="92A08C"/>
          </a:solidFill>
          <a:ln>
            <a:noFill/>
          </a:ln>
        </p:spPr>
        <p:txBody>
          <a:bodyPr spcFirstLastPara="1" wrap="square" lIns="91425" tIns="91425" rIns="91425" bIns="91425" anchor="ctr" anchorCtr="0">
            <a:noAutofit/>
          </a:bodyPr>
          <a:lstStyle/>
          <a:p>
            <a:endParaRPr sz="700">
              <a:solidFill>
                <a:srgbClr val="DB3862"/>
              </a:solidFill>
            </a:endParaRPr>
          </a:p>
        </p:txBody>
      </p:sp>
      <p:sp>
        <p:nvSpPr>
          <p:cNvPr id="4" name="Google Shape;274;p38">
            <a:extLst>
              <a:ext uri="{FF2B5EF4-FFF2-40B4-BE49-F238E27FC236}">
                <a16:creationId xmlns:a16="http://schemas.microsoft.com/office/drawing/2014/main" id="{9056FDC1-95A5-FFBB-6FD8-90B393B84192}"/>
              </a:ext>
            </a:extLst>
          </p:cNvPr>
          <p:cNvSpPr/>
          <p:nvPr/>
        </p:nvSpPr>
        <p:spPr>
          <a:xfrm>
            <a:off x="9504134" y="3218465"/>
            <a:ext cx="666949" cy="3639414"/>
          </a:xfrm>
          <a:custGeom>
            <a:avLst/>
            <a:gdLst/>
            <a:ahLst/>
            <a:cxnLst/>
            <a:rect l="l" t="t" r="r" b="b"/>
            <a:pathLst>
              <a:path w="604520" h="4649470" extrusionOk="0">
                <a:moveTo>
                  <a:pt x="0" y="4649114"/>
                </a:moveTo>
                <a:lnTo>
                  <a:pt x="604481" y="4649114"/>
                </a:lnTo>
                <a:lnTo>
                  <a:pt x="604481" y="0"/>
                </a:lnTo>
                <a:lnTo>
                  <a:pt x="0" y="0"/>
                </a:lnTo>
                <a:lnTo>
                  <a:pt x="0" y="4649114"/>
                </a:lnTo>
                <a:close/>
              </a:path>
            </a:pathLst>
          </a:custGeom>
          <a:solidFill>
            <a:srgbClr val="CDE1F3"/>
          </a:solidFill>
          <a:ln>
            <a:noFill/>
          </a:ln>
        </p:spPr>
        <p:txBody>
          <a:bodyPr spcFirstLastPara="1" wrap="square" lIns="91425" tIns="91425" rIns="91425" bIns="91425" anchor="ctr" anchorCtr="0">
            <a:noAutofit/>
          </a:bodyPr>
          <a:lstStyle/>
          <a:p>
            <a:endParaRPr sz="700">
              <a:solidFill>
                <a:srgbClr val="DB3862"/>
              </a:solidFill>
            </a:endParaRPr>
          </a:p>
        </p:txBody>
      </p:sp>
      <p:sp>
        <p:nvSpPr>
          <p:cNvPr id="5" name="Google Shape;275;p38">
            <a:extLst>
              <a:ext uri="{FF2B5EF4-FFF2-40B4-BE49-F238E27FC236}">
                <a16:creationId xmlns:a16="http://schemas.microsoft.com/office/drawing/2014/main" id="{0AE56F07-F665-FD55-7A7A-E79C39EB7117}"/>
              </a:ext>
            </a:extLst>
          </p:cNvPr>
          <p:cNvSpPr/>
          <p:nvPr/>
        </p:nvSpPr>
        <p:spPr>
          <a:xfrm>
            <a:off x="8343162" y="3824390"/>
            <a:ext cx="666949" cy="3033507"/>
          </a:xfrm>
          <a:custGeom>
            <a:avLst/>
            <a:gdLst/>
            <a:ahLst/>
            <a:cxnLst/>
            <a:rect l="l" t="t" r="r" b="b"/>
            <a:pathLst>
              <a:path w="604520" h="3875404" extrusionOk="0">
                <a:moveTo>
                  <a:pt x="0" y="3875024"/>
                </a:moveTo>
                <a:lnTo>
                  <a:pt x="604507" y="3875024"/>
                </a:lnTo>
                <a:lnTo>
                  <a:pt x="604507" y="0"/>
                </a:lnTo>
                <a:lnTo>
                  <a:pt x="0" y="0"/>
                </a:lnTo>
                <a:lnTo>
                  <a:pt x="0" y="3875024"/>
                </a:lnTo>
                <a:close/>
              </a:path>
            </a:pathLst>
          </a:custGeom>
          <a:solidFill>
            <a:srgbClr val="BBD0CF"/>
          </a:solidFill>
          <a:ln>
            <a:noFill/>
          </a:ln>
        </p:spPr>
        <p:txBody>
          <a:bodyPr spcFirstLastPara="1" wrap="square" lIns="91425" tIns="91425" rIns="91425" bIns="91425" anchor="ctr" anchorCtr="0">
            <a:noAutofit/>
          </a:bodyPr>
          <a:lstStyle/>
          <a:p>
            <a:endParaRPr/>
          </a:p>
        </p:txBody>
      </p:sp>
      <p:sp>
        <p:nvSpPr>
          <p:cNvPr id="6" name="Google Shape;276;p38">
            <a:extLst>
              <a:ext uri="{FF2B5EF4-FFF2-40B4-BE49-F238E27FC236}">
                <a16:creationId xmlns:a16="http://schemas.microsoft.com/office/drawing/2014/main" id="{4D8B10C1-1138-2484-B86D-8A05CE46FAD9}"/>
              </a:ext>
            </a:extLst>
          </p:cNvPr>
          <p:cNvSpPr/>
          <p:nvPr/>
        </p:nvSpPr>
        <p:spPr>
          <a:xfrm>
            <a:off x="7182230" y="4293626"/>
            <a:ext cx="666949" cy="2564291"/>
          </a:xfrm>
          <a:custGeom>
            <a:avLst/>
            <a:gdLst/>
            <a:ahLst/>
            <a:cxnLst/>
            <a:rect l="l" t="t" r="r" b="b"/>
            <a:pathLst>
              <a:path w="604520" h="3275965" extrusionOk="0">
                <a:moveTo>
                  <a:pt x="0" y="3275558"/>
                </a:moveTo>
                <a:lnTo>
                  <a:pt x="604494" y="3275558"/>
                </a:lnTo>
                <a:lnTo>
                  <a:pt x="604494" y="0"/>
                </a:lnTo>
                <a:lnTo>
                  <a:pt x="0" y="0"/>
                </a:lnTo>
                <a:lnTo>
                  <a:pt x="0" y="3275558"/>
                </a:lnTo>
                <a:close/>
              </a:path>
            </a:pathLst>
          </a:custGeom>
          <a:solidFill>
            <a:srgbClr val="EFD9D1"/>
          </a:solidFill>
          <a:ln>
            <a:noFill/>
          </a:ln>
        </p:spPr>
        <p:txBody>
          <a:bodyPr spcFirstLastPara="1" wrap="square" lIns="91425" tIns="91425" rIns="91425" bIns="91425" anchor="ctr" anchorCtr="0">
            <a:noAutofit/>
          </a:bodyPr>
          <a:lstStyle/>
          <a:p>
            <a:endParaRPr sz="700">
              <a:solidFill>
                <a:srgbClr val="DB3862"/>
              </a:solidFill>
            </a:endParaRPr>
          </a:p>
        </p:txBody>
      </p:sp>
      <p:pic>
        <p:nvPicPr>
          <p:cNvPr id="30" name="Graphic 29">
            <a:extLst>
              <a:ext uri="{FF2B5EF4-FFF2-40B4-BE49-F238E27FC236}">
                <a16:creationId xmlns:a16="http://schemas.microsoft.com/office/drawing/2014/main" id="{3F707237-EE81-46D4-FA2A-6D38E6722A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96530" y="4395636"/>
            <a:ext cx="503731" cy="621890"/>
          </a:xfrm>
          <a:prstGeom prst="rect">
            <a:avLst/>
          </a:prstGeom>
        </p:spPr>
      </p:pic>
      <p:pic>
        <p:nvPicPr>
          <p:cNvPr id="39" name="Graphic 38">
            <a:extLst>
              <a:ext uri="{FF2B5EF4-FFF2-40B4-BE49-F238E27FC236}">
                <a16:creationId xmlns:a16="http://schemas.microsoft.com/office/drawing/2014/main" id="{9BFE52A8-685B-02C3-96EA-E3AE7FA03F8F}"/>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46290" y="3923058"/>
            <a:ext cx="435453" cy="818351"/>
          </a:xfrm>
          <a:prstGeom prst="rect">
            <a:avLst/>
          </a:prstGeom>
        </p:spPr>
      </p:pic>
      <p:pic>
        <p:nvPicPr>
          <p:cNvPr id="46" name="Graphic 45">
            <a:extLst>
              <a:ext uri="{FF2B5EF4-FFF2-40B4-BE49-F238E27FC236}">
                <a16:creationId xmlns:a16="http://schemas.microsoft.com/office/drawing/2014/main" id="{3441E90D-25BE-6A51-ADD9-3695E66B08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7236" y="3358794"/>
            <a:ext cx="478855" cy="497512"/>
          </a:xfrm>
          <a:prstGeom prst="rect">
            <a:avLst/>
          </a:prstGeom>
        </p:spPr>
      </p:pic>
      <p:pic>
        <p:nvPicPr>
          <p:cNvPr id="55" name="Graphic 54">
            <a:extLst>
              <a:ext uri="{FF2B5EF4-FFF2-40B4-BE49-F238E27FC236}">
                <a16:creationId xmlns:a16="http://schemas.microsoft.com/office/drawing/2014/main" id="{709DB087-7E79-484F-072E-56C6C5688C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721136" y="2792387"/>
            <a:ext cx="546671" cy="546671"/>
          </a:xfrm>
          <a:prstGeom prst="rect">
            <a:avLst/>
          </a:prstGeom>
        </p:spPr>
      </p:pic>
      <p:sp>
        <p:nvSpPr>
          <p:cNvPr id="56" name="TextBox 55">
            <a:extLst>
              <a:ext uri="{FF2B5EF4-FFF2-40B4-BE49-F238E27FC236}">
                <a16:creationId xmlns:a16="http://schemas.microsoft.com/office/drawing/2014/main" id="{28CF3C47-279F-E910-A4DC-22F97B672773}"/>
              </a:ext>
            </a:extLst>
          </p:cNvPr>
          <p:cNvSpPr txBox="1"/>
          <p:nvPr/>
        </p:nvSpPr>
        <p:spPr>
          <a:xfrm>
            <a:off x="913171" y="1282844"/>
            <a:ext cx="4546187" cy="707886"/>
          </a:xfrm>
          <a:prstGeom prst="rect">
            <a:avLst/>
          </a:prstGeom>
          <a:noFill/>
        </p:spPr>
        <p:txBody>
          <a:bodyPr wrap="square" rtlCol="0">
            <a:spAutoFit/>
          </a:bodyPr>
          <a:lstStyle/>
          <a:p>
            <a:pPr algn="r" rtl="1"/>
            <a:r>
              <a:rPr lang="fa-IR" sz="4000" dirty="0">
                <a:cs typeface="B Titr" panose="00000700000000000000" pitchFamily="2" charset="-78"/>
              </a:rPr>
              <a:t>عنوان را اینجا بنویسید</a:t>
            </a:r>
            <a:endParaRPr lang="en-US" sz="4000" dirty="0">
              <a:cs typeface="B Titr" panose="00000700000000000000" pitchFamily="2" charset="-78"/>
            </a:endParaRPr>
          </a:p>
        </p:txBody>
      </p:sp>
      <p:sp>
        <p:nvSpPr>
          <p:cNvPr id="57" name="TextBox 56">
            <a:extLst>
              <a:ext uri="{FF2B5EF4-FFF2-40B4-BE49-F238E27FC236}">
                <a16:creationId xmlns:a16="http://schemas.microsoft.com/office/drawing/2014/main" id="{B2997ACC-0292-76F9-4D98-72CD4C80FF5B}"/>
              </a:ext>
            </a:extLst>
          </p:cNvPr>
          <p:cNvSpPr txBox="1"/>
          <p:nvPr/>
        </p:nvSpPr>
        <p:spPr>
          <a:xfrm>
            <a:off x="913171" y="1999801"/>
            <a:ext cx="4546187" cy="400110"/>
          </a:xfrm>
          <a:prstGeom prst="rect">
            <a:avLst/>
          </a:prstGeom>
          <a:noFill/>
        </p:spPr>
        <p:txBody>
          <a:bodyPr wrap="square" rtlCol="0">
            <a:spAutoFit/>
          </a:bodyPr>
          <a:lstStyle/>
          <a:p>
            <a:pPr algn="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58" name="TextBox 57">
            <a:extLst>
              <a:ext uri="{FF2B5EF4-FFF2-40B4-BE49-F238E27FC236}">
                <a16:creationId xmlns:a16="http://schemas.microsoft.com/office/drawing/2014/main" id="{69E355F5-360B-787B-B394-1E3A0CA0CC2B}"/>
              </a:ext>
            </a:extLst>
          </p:cNvPr>
          <p:cNvSpPr txBox="1"/>
          <p:nvPr/>
        </p:nvSpPr>
        <p:spPr>
          <a:xfrm>
            <a:off x="783771" y="2762751"/>
            <a:ext cx="4675586" cy="2554545"/>
          </a:xfrm>
          <a:prstGeom prst="rect">
            <a:avLst/>
          </a:prstGeom>
          <a:noFill/>
        </p:spPr>
        <p:txBody>
          <a:bodyPr wrap="square" rtlCol="0">
            <a:spAutoFit/>
          </a:bodyPr>
          <a:lstStyle/>
          <a:p>
            <a:pPr algn="just" rtl="1"/>
            <a:r>
              <a:rPr lang="fa-IR" sz="16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لورم ایپسوم متن ساختگی با تولید سادگی نامفهوم از صنعت در ارائه راهکارها، و به پایان رسد.</a:t>
            </a:r>
          </a:p>
          <a:p>
            <a:pPr algn="just" rtl="1"/>
            <a:endParaRPr lang="fa-IR" sz="1600" dirty="0">
              <a:latin typeface="IRAN(FaNum)" panose="020B0606030804020204" pitchFamily="34" charset="-78"/>
              <a:cs typeface="IRAN(FaNum)" panose="020B0606030804020204" pitchFamily="34" charset="-78"/>
            </a:endParaRPr>
          </a:p>
          <a:p>
            <a:pPr algn="just" rtl="1"/>
            <a:r>
              <a:rPr lang="fa-IR" sz="1600" dirty="0">
                <a:latin typeface="IRAN(FaNum)" panose="020B0606030804020204" pitchFamily="34" charset="-78"/>
                <a:cs typeface="IRAN(FaNum)" panose="020B0606030804020204" pitchFamily="34" charset="-78"/>
              </a:rPr>
              <a:t>زمان مورد نیازلورم ایپسوم متن ساختگی سوالات طراحی اساسا مورد استفاده زمان مورد نیاز قرار گیرد.</a:t>
            </a:r>
            <a:r>
              <a:rPr lang="en-US" sz="1600" dirty="0">
                <a:latin typeface="IRAN(FaNum)" panose="020B0606030804020204" pitchFamily="34" charset="-78"/>
                <a:cs typeface="IRAN(FaNum)" panose="020B0606030804020204" pitchFamily="34" charset="-78"/>
              </a:rPr>
              <a:t> </a:t>
            </a:r>
            <a:r>
              <a:rPr lang="fa-IR" sz="1600" dirty="0">
                <a:latin typeface="IRAN(FaNum)" panose="020B0606030804020204" pitchFamily="34" charset="-78"/>
                <a:cs typeface="IRAN(FaNum)" panose="020B0606030804020204" pitchFamily="34" charset="-78"/>
              </a:rPr>
              <a:t>جوابگوی سوالات طراحی اساسا مورد استفاده زمان مورد نیاز جوابگوی سوالات مورد استفاده زمان مورد نیاز قرار گیرد.</a:t>
            </a:r>
            <a:endParaRPr lang="en-US" sz="1600" dirty="0">
              <a:latin typeface="IRAN(FaNum)" panose="020B0606030804020204" pitchFamily="34" charset="-78"/>
              <a:cs typeface="IRAN(FaNum)" panose="020B0606030804020204" pitchFamily="34" charset="-78"/>
            </a:endParaRPr>
          </a:p>
        </p:txBody>
      </p:sp>
      <p:sp>
        <p:nvSpPr>
          <p:cNvPr id="8" name="Rectangle: Rounded Corners 7">
            <a:extLst>
              <a:ext uri="{FF2B5EF4-FFF2-40B4-BE49-F238E27FC236}">
                <a16:creationId xmlns:a16="http://schemas.microsoft.com/office/drawing/2014/main" id="{6421F93F-A132-AF8F-ED9B-1E3022086BF4}"/>
              </a:ext>
            </a:extLst>
          </p:cNvPr>
          <p:cNvSpPr/>
          <p:nvPr/>
        </p:nvSpPr>
        <p:spPr>
          <a:xfrm rot="21031137">
            <a:off x="3902908" y="6203984"/>
            <a:ext cx="8645136" cy="1711895"/>
          </a:xfrm>
          <a:prstGeom prst="roundRect">
            <a:avLst>
              <a:gd name="adj" fmla="val 14480"/>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DC2E9046-9BDC-8D58-0DF9-4A367F67A97C}"/>
              </a:ext>
            </a:extLst>
          </p:cNvPr>
          <p:cNvSpPr>
            <a:spLocks noGrp="1"/>
          </p:cNvSpPr>
          <p:nvPr>
            <p:ph type="sldNum" sz="quarter" idx="4"/>
          </p:nvPr>
        </p:nvSpPr>
        <p:spPr/>
        <p:txBody>
          <a:bodyPr/>
          <a:lstStyle/>
          <a:p>
            <a:fld id="{0262F45B-057E-45F1-BF75-BEAC56186E37}" type="slidenum">
              <a:rPr lang="en-US" smtClean="0"/>
              <a:pPr/>
              <a:t>3</a:t>
            </a:fld>
            <a:endParaRPr lang="en-US" dirty="0"/>
          </a:p>
        </p:txBody>
      </p:sp>
    </p:spTree>
    <p:extLst>
      <p:ext uri="{BB962C8B-B14F-4D97-AF65-F5344CB8AC3E}">
        <p14:creationId xmlns:p14="http://schemas.microsoft.com/office/powerpoint/2010/main" val="1464378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1000" fill="hold"/>
                                        <p:tgtEl>
                                          <p:spTgt spid="56"/>
                                        </p:tgtEl>
                                        <p:attrNameLst>
                                          <p:attrName>ppt_x</p:attrName>
                                        </p:attrNameLst>
                                      </p:cBhvr>
                                      <p:tavLst>
                                        <p:tav tm="0">
                                          <p:val>
                                            <p:strVal val="0-#ppt_w/2"/>
                                          </p:val>
                                        </p:tav>
                                        <p:tav tm="100000">
                                          <p:val>
                                            <p:strVal val="#ppt_x"/>
                                          </p:val>
                                        </p:tav>
                                      </p:tavLst>
                                    </p:anim>
                                    <p:anim calcmode="lin" valueType="num">
                                      <p:cBhvr additive="base">
                                        <p:cTn id="8" dur="1000" fill="hold"/>
                                        <p:tgtEl>
                                          <p:spTgt spid="5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anim calcmode="lin" valueType="num">
                                      <p:cBhvr additive="base">
                                        <p:cTn id="11" dur="1000" fill="hold"/>
                                        <p:tgtEl>
                                          <p:spTgt spid="57"/>
                                        </p:tgtEl>
                                        <p:attrNameLst>
                                          <p:attrName>ppt_x</p:attrName>
                                        </p:attrNameLst>
                                      </p:cBhvr>
                                      <p:tavLst>
                                        <p:tav tm="0">
                                          <p:val>
                                            <p:strVal val="0-#ppt_w/2"/>
                                          </p:val>
                                        </p:tav>
                                        <p:tav tm="100000">
                                          <p:val>
                                            <p:strVal val="#ppt_x"/>
                                          </p:val>
                                        </p:tav>
                                      </p:tavLst>
                                    </p:anim>
                                    <p:anim calcmode="lin" valueType="num">
                                      <p:cBhvr additive="base">
                                        <p:cTn id="12" dur="1000" fill="hold"/>
                                        <p:tgtEl>
                                          <p:spTgt spid="57"/>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58">
                                            <p:txEl>
                                              <p:pRg st="0" end="0"/>
                                            </p:txEl>
                                          </p:spTgt>
                                        </p:tgtEl>
                                        <p:attrNameLst>
                                          <p:attrName>style.visibility</p:attrName>
                                        </p:attrNameLst>
                                      </p:cBhvr>
                                      <p:to>
                                        <p:strVal val="visible"/>
                                      </p:to>
                                    </p:set>
                                    <p:anim calcmode="lin" valueType="num">
                                      <p:cBhvr additive="base">
                                        <p:cTn id="15" dur="1000" fill="hold"/>
                                        <p:tgtEl>
                                          <p:spTgt spid="58">
                                            <p:txEl>
                                              <p:pRg st="0" end="0"/>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58">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58">
                                            <p:txEl>
                                              <p:pRg st="2" end="2"/>
                                            </p:txEl>
                                          </p:spTgt>
                                        </p:tgtEl>
                                        <p:attrNameLst>
                                          <p:attrName>style.visibility</p:attrName>
                                        </p:attrNameLst>
                                      </p:cBhvr>
                                      <p:to>
                                        <p:strVal val="visible"/>
                                      </p:to>
                                    </p:set>
                                    <p:anim calcmode="lin" valueType="num">
                                      <p:cBhvr additive="base">
                                        <p:cTn id="19" dur="1000" fill="hold"/>
                                        <p:tgtEl>
                                          <p:spTgt spid="58">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58">
                                            <p:txEl>
                                              <p:pRg st="2" end="2"/>
                                            </p:txEl>
                                          </p:spTgt>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23" presetClass="entr" presetSubtype="28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250" fill="hold"/>
                                        <p:tgtEl>
                                          <p:spTgt spid="6"/>
                                        </p:tgtEl>
                                        <p:attrNameLst>
                                          <p:attrName>ppt_w</p:attrName>
                                        </p:attrNameLst>
                                      </p:cBhvr>
                                      <p:tavLst>
                                        <p:tav tm="0">
                                          <p:val>
                                            <p:strVal val="4/3*#ppt_w"/>
                                          </p:val>
                                        </p:tav>
                                        <p:tav tm="100000">
                                          <p:val>
                                            <p:strVal val="#ppt_w"/>
                                          </p:val>
                                        </p:tav>
                                      </p:tavLst>
                                    </p:anim>
                                    <p:anim calcmode="lin" valueType="num">
                                      <p:cBhvr>
                                        <p:cTn id="25" dur="250" fill="hold"/>
                                        <p:tgtEl>
                                          <p:spTgt spid="6"/>
                                        </p:tgtEl>
                                        <p:attrNameLst>
                                          <p:attrName>ppt_h</p:attrName>
                                        </p:attrNameLst>
                                      </p:cBhvr>
                                      <p:tavLst>
                                        <p:tav tm="0">
                                          <p:val>
                                            <p:strVal val="4/3*#ppt_h"/>
                                          </p:val>
                                        </p:tav>
                                        <p:tav tm="100000">
                                          <p:val>
                                            <p:strVal val="#ppt_h"/>
                                          </p:val>
                                        </p:tav>
                                      </p:tavLst>
                                    </p:anim>
                                  </p:childTnLst>
                                </p:cTn>
                              </p:par>
                              <p:par>
                                <p:cTn id="26" presetID="53" presetClass="entr" presetSubtype="16"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p:cTn id="28" dur="500" fill="hold"/>
                                        <p:tgtEl>
                                          <p:spTgt spid="30"/>
                                        </p:tgtEl>
                                        <p:attrNameLst>
                                          <p:attrName>ppt_w</p:attrName>
                                        </p:attrNameLst>
                                      </p:cBhvr>
                                      <p:tavLst>
                                        <p:tav tm="0">
                                          <p:val>
                                            <p:fltVal val="0"/>
                                          </p:val>
                                        </p:tav>
                                        <p:tav tm="100000">
                                          <p:val>
                                            <p:strVal val="#ppt_w"/>
                                          </p:val>
                                        </p:tav>
                                      </p:tavLst>
                                    </p:anim>
                                    <p:anim calcmode="lin" valueType="num">
                                      <p:cBhvr>
                                        <p:cTn id="29" dur="500" fill="hold"/>
                                        <p:tgtEl>
                                          <p:spTgt spid="30"/>
                                        </p:tgtEl>
                                        <p:attrNameLst>
                                          <p:attrName>ppt_h</p:attrName>
                                        </p:attrNameLst>
                                      </p:cBhvr>
                                      <p:tavLst>
                                        <p:tav tm="0">
                                          <p:val>
                                            <p:fltVal val="0"/>
                                          </p:val>
                                        </p:tav>
                                        <p:tav tm="100000">
                                          <p:val>
                                            <p:strVal val="#ppt_h"/>
                                          </p:val>
                                        </p:tav>
                                      </p:tavLst>
                                    </p:anim>
                                    <p:animEffect transition="in" filter="fade">
                                      <p:cBhvr>
                                        <p:cTn id="30" dur="500"/>
                                        <p:tgtEl>
                                          <p:spTgt spid="30"/>
                                        </p:tgtEl>
                                      </p:cBhvr>
                                    </p:animEffect>
                                  </p:childTnLst>
                                </p:cTn>
                              </p:par>
                            </p:childTnLst>
                          </p:cTn>
                        </p:par>
                        <p:par>
                          <p:cTn id="31" fill="hold">
                            <p:stCondLst>
                              <p:cond delay="1500"/>
                            </p:stCondLst>
                            <p:childTnLst>
                              <p:par>
                                <p:cTn id="32" presetID="23" presetClass="entr" presetSubtype="288"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250" fill="hold"/>
                                        <p:tgtEl>
                                          <p:spTgt spid="5"/>
                                        </p:tgtEl>
                                        <p:attrNameLst>
                                          <p:attrName>ppt_w</p:attrName>
                                        </p:attrNameLst>
                                      </p:cBhvr>
                                      <p:tavLst>
                                        <p:tav tm="0">
                                          <p:val>
                                            <p:strVal val="4/3*#ppt_w"/>
                                          </p:val>
                                        </p:tav>
                                        <p:tav tm="100000">
                                          <p:val>
                                            <p:strVal val="#ppt_w"/>
                                          </p:val>
                                        </p:tav>
                                      </p:tavLst>
                                    </p:anim>
                                    <p:anim calcmode="lin" valueType="num">
                                      <p:cBhvr>
                                        <p:cTn id="35" dur="250" fill="hold"/>
                                        <p:tgtEl>
                                          <p:spTgt spid="5"/>
                                        </p:tgtEl>
                                        <p:attrNameLst>
                                          <p:attrName>ppt_h</p:attrName>
                                        </p:attrNameLst>
                                      </p:cBhvr>
                                      <p:tavLst>
                                        <p:tav tm="0">
                                          <p:val>
                                            <p:strVal val="4/3*#ppt_h"/>
                                          </p:val>
                                        </p:tav>
                                        <p:tav tm="100000">
                                          <p:val>
                                            <p:strVal val="#ppt_h"/>
                                          </p:val>
                                        </p:tav>
                                      </p:tavLst>
                                    </p:anim>
                                  </p:childTnLst>
                                </p:cTn>
                              </p:par>
                              <p:par>
                                <p:cTn id="36" presetID="53" presetClass="entr" presetSubtype="16" fill="hold" nodeType="withEffect">
                                  <p:stCondLst>
                                    <p:cond delay="0"/>
                                  </p:stCondLst>
                                  <p:childTnLst>
                                    <p:set>
                                      <p:cBhvr>
                                        <p:cTn id="37" dur="1" fill="hold">
                                          <p:stCondLst>
                                            <p:cond delay="0"/>
                                          </p:stCondLst>
                                        </p:cTn>
                                        <p:tgtEl>
                                          <p:spTgt spid="39"/>
                                        </p:tgtEl>
                                        <p:attrNameLst>
                                          <p:attrName>style.visibility</p:attrName>
                                        </p:attrNameLst>
                                      </p:cBhvr>
                                      <p:to>
                                        <p:strVal val="visible"/>
                                      </p:to>
                                    </p:set>
                                    <p:anim calcmode="lin" valueType="num">
                                      <p:cBhvr>
                                        <p:cTn id="38" dur="500" fill="hold"/>
                                        <p:tgtEl>
                                          <p:spTgt spid="39"/>
                                        </p:tgtEl>
                                        <p:attrNameLst>
                                          <p:attrName>ppt_w</p:attrName>
                                        </p:attrNameLst>
                                      </p:cBhvr>
                                      <p:tavLst>
                                        <p:tav tm="0">
                                          <p:val>
                                            <p:fltVal val="0"/>
                                          </p:val>
                                        </p:tav>
                                        <p:tav tm="100000">
                                          <p:val>
                                            <p:strVal val="#ppt_w"/>
                                          </p:val>
                                        </p:tav>
                                      </p:tavLst>
                                    </p:anim>
                                    <p:anim calcmode="lin" valueType="num">
                                      <p:cBhvr>
                                        <p:cTn id="39" dur="500" fill="hold"/>
                                        <p:tgtEl>
                                          <p:spTgt spid="39"/>
                                        </p:tgtEl>
                                        <p:attrNameLst>
                                          <p:attrName>ppt_h</p:attrName>
                                        </p:attrNameLst>
                                      </p:cBhvr>
                                      <p:tavLst>
                                        <p:tav tm="0">
                                          <p:val>
                                            <p:fltVal val="0"/>
                                          </p:val>
                                        </p:tav>
                                        <p:tav tm="100000">
                                          <p:val>
                                            <p:strVal val="#ppt_h"/>
                                          </p:val>
                                        </p:tav>
                                      </p:tavLst>
                                    </p:anim>
                                    <p:animEffect transition="in" filter="fade">
                                      <p:cBhvr>
                                        <p:cTn id="40" dur="500"/>
                                        <p:tgtEl>
                                          <p:spTgt spid="39"/>
                                        </p:tgtEl>
                                      </p:cBhvr>
                                    </p:animEffect>
                                  </p:childTnLst>
                                </p:cTn>
                              </p:par>
                            </p:childTnLst>
                          </p:cTn>
                        </p:par>
                        <p:par>
                          <p:cTn id="41" fill="hold">
                            <p:stCondLst>
                              <p:cond delay="2000"/>
                            </p:stCondLst>
                            <p:childTnLst>
                              <p:par>
                                <p:cTn id="42" presetID="23" presetClass="entr" presetSubtype="288"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250" fill="hold"/>
                                        <p:tgtEl>
                                          <p:spTgt spid="4"/>
                                        </p:tgtEl>
                                        <p:attrNameLst>
                                          <p:attrName>ppt_w</p:attrName>
                                        </p:attrNameLst>
                                      </p:cBhvr>
                                      <p:tavLst>
                                        <p:tav tm="0">
                                          <p:val>
                                            <p:strVal val="4/3*#ppt_w"/>
                                          </p:val>
                                        </p:tav>
                                        <p:tav tm="100000">
                                          <p:val>
                                            <p:strVal val="#ppt_w"/>
                                          </p:val>
                                        </p:tav>
                                      </p:tavLst>
                                    </p:anim>
                                    <p:anim calcmode="lin" valueType="num">
                                      <p:cBhvr>
                                        <p:cTn id="45" dur="250" fill="hold"/>
                                        <p:tgtEl>
                                          <p:spTgt spid="4"/>
                                        </p:tgtEl>
                                        <p:attrNameLst>
                                          <p:attrName>ppt_h</p:attrName>
                                        </p:attrNameLst>
                                      </p:cBhvr>
                                      <p:tavLst>
                                        <p:tav tm="0">
                                          <p:val>
                                            <p:strVal val="4/3*#ppt_h"/>
                                          </p:val>
                                        </p:tav>
                                        <p:tav tm="100000">
                                          <p:val>
                                            <p:strVal val="#ppt_h"/>
                                          </p:val>
                                        </p:tav>
                                      </p:tavLst>
                                    </p:anim>
                                  </p:childTnLst>
                                </p:cTn>
                              </p:par>
                              <p:par>
                                <p:cTn id="46" presetID="53" presetClass="entr" presetSubtype="16" fill="hold" nodeType="withEffect">
                                  <p:stCondLst>
                                    <p:cond delay="0"/>
                                  </p:stCondLst>
                                  <p:childTnLst>
                                    <p:set>
                                      <p:cBhvr>
                                        <p:cTn id="47" dur="1" fill="hold">
                                          <p:stCondLst>
                                            <p:cond delay="0"/>
                                          </p:stCondLst>
                                        </p:cTn>
                                        <p:tgtEl>
                                          <p:spTgt spid="46"/>
                                        </p:tgtEl>
                                        <p:attrNameLst>
                                          <p:attrName>style.visibility</p:attrName>
                                        </p:attrNameLst>
                                      </p:cBhvr>
                                      <p:to>
                                        <p:strVal val="visible"/>
                                      </p:to>
                                    </p:set>
                                    <p:anim calcmode="lin" valueType="num">
                                      <p:cBhvr>
                                        <p:cTn id="48" dur="500" fill="hold"/>
                                        <p:tgtEl>
                                          <p:spTgt spid="46"/>
                                        </p:tgtEl>
                                        <p:attrNameLst>
                                          <p:attrName>ppt_w</p:attrName>
                                        </p:attrNameLst>
                                      </p:cBhvr>
                                      <p:tavLst>
                                        <p:tav tm="0">
                                          <p:val>
                                            <p:fltVal val="0"/>
                                          </p:val>
                                        </p:tav>
                                        <p:tav tm="100000">
                                          <p:val>
                                            <p:strVal val="#ppt_w"/>
                                          </p:val>
                                        </p:tav>
                                      </p:tavLst>
                                    </p:anim>
                                    <p:anim calcmode="lin" valueType="num">
                                      <p:cBhvr>
                                        <p:cTn id="49" dur="500" fill="hold"/>
                                        <p:tgtEl>
                                          <p:spTgt spid="46"/>
                                        </p:tgtEl>
                                        <p:attrNameLst>
                                          <p:attrName>ppt_h</p:attrName>
                                        </p:attrNameLst>
                                      </p:cBhvr>
                                      <p:tavLst>
                                        <p:tav tm="0">
                                          <p:val>
                                            <p:fltVal val="0"/>
                                          </p:val>
                                        </p:tav>
                                        <p:tav tm="100000">
                                          <p:val>
                                            <p:strVal val="#ppt_h"/>
                                          </p:val>
                                        </p:tav>
                                      </p:tavLst>
                                    </p:anim>
                                    <p:animEffect transition="in" filter="fade">
                                      <p:cBhvr>
                                        <p:cTn id="50" dur="500"/>
                                        <p:tgtEl>
                                          <p:spTgt spid="46"/>
                                        </p:tgtEl>
                                      </p:cBhvr>
                                    </p:animEffect>
                                  </p:childTnLst>
                                </p:cTn>
                              </p:par>
                            </p:childTnLst>
                          </p:cTn>
                        </p:par>
                        <p:par>
                          <p:cTn id="51" fill="hold">
                            <p:stCondLst>
                              <p:cond delay="2500"/>
                            </p:stCondLst>
                            <p:childTnLst>
                              <p:par>
                                <p:cTn id="52" presetID="23" presetClass="entr" presetSubtype="288" fill="hold" grpId="0" nodeType="after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p:cTn id="54" dur="250" fill="hold"/>
                                        <p:tgtEl>
                                          <p:spTgt spid="3"/>
                                        </p:tgtEl>
                                        <p:attrNameLst>
                                          <p:attrName>ppt_w</p:attrName>
                                        </p:attrNameLst>
                                      </p:cBhvr>
                                      <p:tavLst>
                                        <p:tav tm="0">
                                          <p:val>
                                            <p:strVal val="4/3*#ppt_w"/>
                                          </p:val>
                                        </p:tav>
                                        <p:tav tm="100000">
                                          <p:val>
                                            <p:strVal val="#ppt_w"/>
                                          </p:val>
                                        </p:tav>
                                      </p:tavLst>
                                    </p:anim>
                                    <p:anim calcmode="lin" valueType="num">
                                      <p:cBhvr>
                                        <p:cTn id="55" dur="250" fill="hold"/>
                                        <p:tgtEl>
                                          <p:spTgt spid="3"/>
                                        </p:tgtEl>
                                        <p:attrNameLst>
                                          <p:attrName>ppt_h</p:attrName>
                                        </p:attrNameLst>
                                      </p:cBhvr>
                                      <p:tavLst>
                                        <p:tav tm="0">
                                          <p:val>
                                            <p:strVal val="4/3*#ppt_h"/>
                                          </p:val>
                                        </p:tav>
                                        <p:tav tm="100000">
                                          <p:val>
                                            <p:strVal val="#ppt_h"/>
                                          </p:val>
                                        </p:tav>
                                      </p:tavLst>
                                    </p:anim>
                                  </p:childTnLst>
                                </p:cTn>
                              </p:par>
                              <p:par>
                                <p:cTn id="56" presetID="53" presetClass="entr" presetSubtype="16" fill="hold" nodeType="with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500" fill="hold"/>
                                        <p:tgtEl>
                                          <p:spTgt spid="55"/>
                                        </p:tgtEl>
                                        <p:attrNameLst>
                                          <p:attrName>ppt_w</p:attrName>
                                        </p:attrNameLst>
                                      </p:cBhvr>
                                      <p:tavLst>
                                        <p:tav tm="0">
                                          <p:val>
                                            <p:fltVal val="0"/>
                                          </p:val>
                                        </p:tav>
                                        <p:tav tm="100000">
                                          <p:val>
                                            <p:strVal val="#ppt_w"/>
                                          </p:val>
                                        </p:tav>
                                      </p:tavLst>
                                    </p:anim>
                                    <p:anim calcmode="lin" valueType="num">
                                      <p:cBhvr>
                                        <p:cTn id="59" dur="500" fill="hold"/>
                                        <p:tgtEl>
                                          <p:spTgt spid="55"/>
                                        </p:tgtEl>
                                        <p:attrNameLst>
                                          <p:attrName>ppt_h</p:attrName>
                                        </p:attrNameLst>
                                      </p:cBhvr>
                                      <p:tavLst>
                                        <p:tav tm="0">
                                          <p:val>
                                            <p:fltVal val="0"/>
                                          </p:val>
                                        </p:tav>
                                        <p:tav tm="100000">
                                          <p:val>
                                            <p:strVal val="#ppt_h"/>
                                          </p:val>
                                        </p:tav>
                                      </p:tavLst>
                                    </p:anim>
                                    <p:animEffect transition="in" filter="fade">
                                      <p:cBhvr>
                                        <p:cTn id="6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56" grpId="0"/>
      <p:bldP spid="57" grpId="0"/>
      <p:bldP spid="58"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A9D18E"/>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BA31070-734D-7DE9-1B9A-8E38BB30430B}"/>
              </a:ext>
            </a:extLst>
          </p:cNvPr>
          <p:cNvSpPr/>
          <p:nvPr/>
        </p:nvSpPr>
        <p:spPr>
          <a:xfrm>
            <a:off x="-438150" y="-647700"/>
            <a:ext cx="13068300" cy="8103644"/>
          </a:xfrm>
          <a:prstGeom prst="roundRect">
            <a:avLst>
              <a:gd name="adj" fmla="val 8540"/>
            </a:avLst>
          </a:prstGeom>
          <a:gradFill>
            <a:gsLst>
              <a:gs pos="0">
                <a:schemeClr val="accent1">
                  <a:lumMod val="5000"/>
                  <a:lumOff val="95000"/>
                  <a:alpha val="25000"/>
                </a:schemeClr>
              </a:gs>
              <a:gs pos="100000">
                <a:schemeClr val="bg1">
                  <a:alpha val="6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488DAA3-A2D4-539A-37F7-40F2370B6D9C}"/>
              </a:ext>
            </a:extLst>
          </p:cNvPr>
          <p:cNvSpPr/>
          <p:nvPr/>
        </p:nvSpPr>
        <p:spPr>
          <a:xfrm>
            <a:off x="348023" y="514351"/>
            <a:ext cx="5398257" cy="5829298"/>
          </a:xfrm>
          <a:prstGeom prst="roundRect">
            <a:avLst>
              <a:gd name="adj" fmla="val 10671"/>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377409C4-F555-7FF4-F646-26CB1A0C85AC}"/>
              </a:ext>
            </a:extLst>
          </p:cNvPr>
          <p:cNvSpPr/>
          <p:nvPr/>
        </p:nvSpPr>
        <p:spPr>
          <a:xfrm rot="16200000">
            <a:off x="7718079" y="-987321"/>
            <a:ext cx="1173230" cy="5887759"/>
          </a:xfrm>
          <a:prstGeom prst="roundRect">
            <a:avLst>
              <a:gd name="adj" fmla="val 29499"/>
            </a:avLst>
          </a:prstGeom>
          <a:solidFill>
            <a:srgbClr val="A9D18E"/>
          </a:solidFill>
          <a:ln>
            <a:noFill/>
          </a:ln>
          <a:effectLst>
            <a:outerShdw blurRad="12192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EBEEB7-176C-F76B-DFAE-F6BEBE29878D}"/>
              </a:ext>
            </a:extLst>
          </p:cNvPr>
          <p:cNvSpPr txBox="1"/>
          <p:nvPr/>
        </p:nvSpPr>
        <p:spPr>
          <a:xfrm>
            <a:off x="5599282" y="1410839"/>
            <a:ext cx="4691348" cy="1015663"/>
          </a:xfrm>
          <a:prstGeom prst="rect">
            <a:avLst/>
          </a:prstGeom>
          <a:noFill/>
        </p:spPr>
        <p:txBody>
          <a:bodyPr wrap="square" rtlCol="0">
            <a:spAutoFit/>
          </a:bodyPr>
          <a:lstStyle/>
          <a:p>
            <a:pPr algn="r" rtl="1"/>
            <a:r>
              <a:rPr lang="fa-IR" sz="6000" dirty="0">
                <a:solidFill>
                  <a:schemeClr val="bg1"/>
                </a:solidFill>
                <a:cs typeface="B Titr" panose="00000700000000000000" pitchFamily="2" charset="-78"/>
              </a:rPr>
              <a:t>فهرست مطالب</a:t>
            </a:r>
            <a:endParaRPr lang="en-US" sz="6000" dirty="0">
              <a:solidFill>
                <a:schemeClr val="bg1"/>
              </a:solidFill>
              <a:cs typeface="B Titr" panose="00000700000000000000" pitchFamily="2" charset="-78"/>
            </a:endParaRPr>
          </a:p>
        </p:txBody>
      </p:sp>
      <p:pic>
        <p:nvPicPr>
          <p:cNvPr id="5" name="Graphic 4">
            <a:extLst>
              <a:ext uri="{FF2B5EF4-FFF2-40B4-BE49-F238E27FC236}">
                <a16:creationId xmlns:a16="http://schemas.microsoft.com/office/drawing/2014/main" id="{231F59AF-8624-21DC-89C7-89C9107F56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3372034" flipH="1" flipV="1">
            <a:off x="10355139" y="-1597980"/>
            <a:ext cx="3201444" cy="4279650"/>
          </a:xfrm>
          <a:prstGeom prst="rect">
            <a:avLst/>
          </a:prstGeom>
          <a:effectLst>
            <a:outerShdw blurRad="508000" sx="102000" sy="102000" algn="ctr" rotWithShape="0">
              <a:prstClr val="black">
                <a:alpha val="40000"/>
              </a:prstClr>
            </a:outerShdw>
          </a:effectLst>
        </p:spPr>
      </p:pic>
      <p:sp>
        <p:nvSpPr>
          <p:cNvPr id="15" name="TextBox 14">
            <a:extLst>
              <a:ext uri="{FF2B5EF4-FFF2-40B4-BE49-F238E27FC236}">
                <a16:creationId xmlns:a16="http://schemas.microsoft.com/office/drawing/2014/main" id="{CE31F7FD-57C5-16BF-4DD6-A3A32653F9E2}"/>
              </a:ext>
            </a:extLst>
          </p:cNvPr>
          <p:cNvSpPr txBox="1"/>
          <p:nvPr/>
        </p:nvSpPr>
        <p:spPr>
          <a:xfrm>
            <a:off x="5957888" y="2856487"/>
            <a:ext cx="5290683" cy="442674"/>
          </a:xfrm>
          <a:prstGeom prst="roundRect">
            <a:avLst/>
          </a:prstGeom>
          <a:solidFill>
            <a:schemeClr val="bg1">
              <a:alpha val="66000"/>
            </a:schemeClr>
          </a:solidFill>
        </p:spPr>
        <p:txBody>
          <a:bodyPr wrap="square" rtlCol="0" anchor="ctr" anchorCtr="0">
            <a:spAutoFit/>
          </a:bodyPr>
          <a:lstStyle/>
          <a:p>
            <a:pPr rtl="1"/>
            <a:r>
              <a:rPr lang="fa-IR" sz="2000" dirty="0">
                <a:latin typeface="IRAN(FaNum)" panose="020B0606030804020204" pitchFamily="34" charset="-78"/>
                <a:cs typeface="IRAN(FaNum)" panose="020B0606030804020204" pitchFamily="34" charset="-78"/>
              </a:rPr>
              <a:t>عنوان فصل را اینجا بنویسید</a:t>
            </a:r>
            <a:endParaRPr lang="en-US" sz="2000" dirty="0">
              <a:latin typeface="IRAN(FaNum)" panose="020B0606030804020204" pitchFamily="34" charset="-78"/>
              <a:cs typeface="IRAN(FaNum)" panose="020B0606030804020204" pitchFamily="34" charset="-78"/>
            </a:endParaRPr>
          </a:p>
        </p:txBody>
      </p:sp>
      <p:sp>
        <p:nvSpPr>
          <p:cNvPr id="6" name="TextBox 5">
            <a:extLst>
              <a:ext uri="{FF2B5EF4-FFF2-40B4-BE49-F238E27FC236}">
                <a16:creationId xmlns:a16="http://schemas.microsoft.com/office/drawing/2014/main" id="{ABB5657A-4AFB-AA0E-E418-C3BF5CA610C4}"/>
              </a:ext>
            </a:extLst>
          </p:cNvPr>
          <p:cNvSpPr txBox="1"/>
          <p:nvPr/>
        </p:nvSpPr>
        <p:spPr>
          <a:xfrm>
            <a:off x="9045713" y="2754332"/>
            <a:ext cx="2034738" cy="646986"/>
          </a:xfrm>
          <a:prstGeom prst="roundRect">
            <a:avLst/>
          </a:prstGeom>
          <a:solidFill>
            <a:srgbClr val="A9D18E"/>
          </a:solidFill>
        </p:spPr>
        <p:txBody>
          <a:bodyPr wrap="square" rtlCol="0" anchor="ctr" anchorCtr="0">
            <a:spAutoFit/>
          </a:bodyPr>
          <a:lstStyle/>
          <a:p>
            <a:pPr algn="ctr" rtl="1"/>
            <a:r>
              <a:rPr lang="fa-IR" sz="3200" dirty="0">
                <a:cs typeface="B Titr" panose="00000700000000000000" pitchFamily="2" charset="-78"/>
              </a:rPr>
              <a:t>فصل اول</a:t>
            </a:r>
            <a:endParaRPr lang="en-US" sz="3200" dirty="0">
              <a:cs typeface="B Titr" panose="00000700000000000000" pitchFamily="2" charset="-78"/>
            </a:endParaRPr>
          </a:p>
        </p:txBody>
      </p:sp>
      <p:sp>
        <p:nvSpPr>
          <p:cNvPr id="22" name="TextBox 21">
            <a:extLst>
              <a:ext uri="{FF2B5EF4-FFF2-40B4-BE49-F238E27FC236}">
                <a16:creationId xmlns:a16="http://schemas.microsoft.com/office/drawing/2014/main" id="{4C36A02B-FA31-4606-62DC-128FB65B671D}"/>
              </a:ext>
            </a:extLst>
          </p:cNvPr>
          <p:cNvSpPr txBox="1"/>
          <p:nvPr/>
        </p:nvSpPr>
        <p:spPr>
          <a:xfrm>
            <a:off x="5957888" y="3778031"/>
            <a:ext cx="5290683" cy="442674"/>
          </a:xfrm>
          <a:prstGeom prst="roundRect">
            <a:avLst/>
          </a:prstGeom>
          <a:solidFill>
            <a:schemeClr val="bg1">
              <a:alpha val="66000"/>
            </a:schemeClr>
          </a:solidFill>
        </p:spPr>
        <p:txBody>
          <a:bodyPr wrap="square" rtlCol="0" anchor="ctr" anchorCtr="0">
            <a:spAutoFit/>
          </a:bodyPr>
          <a:lstStyle/>
          <a:p>
            <a:pPr rtl="1"/>
            <a:r>
              <a:rPr lang="fa-IR" sz="2000" dirty="0">
                <a:latin typeface="IRAN(FaNum)" panose="020B0606030804020204" pitchFamily="34" charset="-78"/>
                <a:cs typeface="IRAN(FaNum)" panose="020B0606030804020204" pitchFamily="34" charset="-78"/>
              </a:rPr>
              <a:t>عنوان فصل را اینجا بنویسید</a:t>
            </a:r>
            <a:endParaRPr lang="en-US" sz="2000" dirty="0">
              <a:latin typeface="IRAN(FaNum)" panose="020B0606030804020204" pitchFamily="34" charset="-78"/>
              <a:cs typeface="IRAN(FaNum)" panose="020B0606030804020204" pitchFamily="34" charset="-78"/>
            </a:endParaRPr>
          </a:p>
        </p:txBody>
      </p:sp>
      <p:sp>
        <p:nvSpPr>
          <p:cNvPr id="23" name="TextBox 22">
            <a:extLst>
              <a:ext uri="{FF2B5EF4-FFF2-40B4-BE49-F238E27FC236}">
                <a16:creationId xmlns:a16="http://schemas.microsoft.com/office/drawing/2014/main" id="{B90F6AAD-6380-A6EA-B4D7-5109DCB86787}"/>
              </a:ext>
            </a:extLst>
          </p:cNvPr>
          <p:cNvSpPr txBox="1"/>
          <p:nvPr/>
        </p:nvSpPr>
        <p:spPr>
          <a:xfrm>
            <a:off x="9045713" y="3675876"/>
            <a:ext cx="2034738" cy="646986"/>
          </a:xfrm>
          <a:prstGeom prst="roundRect">
            <a:avLst/>
          </a:prstGeom>
          <a:solidFill>
            <a:srgbClr val="A9D18E"/>
          </a:solidFill>
        </p:spPr>
        <p:txBody>
          <a:bodyPr wrap="square" rtlCol="0" anchor="ctr" anchorCtr="0">
            <a:spAutoFit/>
          </a:bodyPr>
          <a:lstStyle/>
          <a:p>
            <a:pPr algn="ctr" rtl="1"/>
            <a:r>
              <a:rPr lang="fa-IR" sz="3200" dirty="0">
                <a:cs typeface="B Titr" panose="00000700000000000000" pitchFamily="2" charset="-78"/>
              </a:rPr>
              <a:t>فصل دوم</a:t>
            </a:r>
            <a:endParaRPr lang="en-US" sz="3200" dirty="0">
              <a:cs typeface="B Titr" panose="00000700000000000000" pitchFamily="2" charset="-78"/>
            </a:endParaRPr>
          </a:p>
        </p:txBody>
      </p:sp>
      <p:sp>
        <p:nvSpPr>
          <p:cNvPr id="25" name="TextBox 24">
            <a:extLst>
              <a:ext uri="{FF2B5EF4-FFF2-40B4-BE49-F238E27FC236}">
                <a16:creationId xmlns:a16="http://schemas.microsoft.com/office/drawing/2014/main" id="{AB933C3B-9469-F8F5-9E5E-B6FECC2537E5}"/>
              </a:ext>
            </a:extLst>
          </p:cNvPr>
          <p:cNvSpPr txBox="1"/>
          <p:nvPr/>
        </p:nvSpPr>
        <p:spPr>
          <a:xfrm>
            <a:off x="5957888" y="4699575"/>
            <a:ext cx="5290683" cy="442674"/>
          </a:xfrm>
          <a:prstGeom prst="roundRect">
            <a:avLst/>
          </a:prstGeom>
          <a:solidFill>
            <a:schemeClr val="bg1">
              <a:alpha val="66000"/>
            </a:schemeClr>
          </a:solidFill>
        </p:spPr>
        <p:txBody>
          <a:bodyPr wrap="square" rtlCol="0" anchor="ctr" anchorCtr="0">
            <a:spAutoFit/>
          </a:bodyPr>
          <a:lstStyle/>
          <a:p>
            <a:pPr rtl="1"/>
            <a:r>
              <a:rPr lang="fa-IR" sz="2000" dirty="0">
                <a:latin typeface="IRAN(FaNum)" panose="020B0606030804020204" pitchFamily="34" charset="-78"/>
                <a:cs typeface="IRAN(FaNum)" panose="020B0606030804020204" pitchFamily="34" charset="-78"/>
              </a:rPr>
              <a:t>عنوان فصل را اینجا بنویسید</a:t>
            </a:r>
            <a:endParaRPr lang="en-US" sz="2000" dirty="0">
              <a:latin typeface="IRAN(FaNum)" panose="020B0606030804020204" pitchFamily="34" charset="-78"/>
              <a:cs typeface="IRAN(FaNum)" panose="020B0606030804020204" pitchFamily="34" charset="-78"/>
            </a:endParaRPr>
          </a:p>
        </p:txBody>
      </p:sp>
      <p:sp>
        <p:nvSpPr>
          <p:cNvPr id="26" name="TextBox 25">
            <a:extLst>
              <a:ext uri="{FF2B5EF4-FFF2-40B4-BE49-F238E27FC236}">
                <a16:creationId xmlns:a16="http://schemas.microsoft.com/office/drawing/2014/main" id="{6AD5CAF2-A4B8-13C8-341D-1614766907B8}"/>
              </a:ext>
            </a:extLst>
          </p:cNvPr>
          <p:cNvSpPr txBox="1"/>
          <p:nvPr/>
        </p:nvSpPr>
        <p:spPr>
          <a:xfrm>
            <a:off x="9045713" y="4597420"/>
            <a:ext cx="2034738" cy="646986"/>
          </a:xfrm>
          <a:prstGeom prst="roundRect">
            <a:avLst/>
          </a:prstGeom>
          <a:solidFill>
            <a:srgbClr val="A9D18E"/>
          </a:solidFill>
        </p:spPr>
        <p:txBody>
          <a:bodyPr wrap="square" rtlCol="0" anchor="ctr" anchorCtr="0">
            <a:spAutoFit/>
          </a:bodyPr>
          <a:lstStyle/>
          <a:p>
            <a:pPr algn="ctr" rtl="1"/>
            <a:r>
              <a:rPr lang="fa-IR" sz="3200" dirty="0">
                <a:cs typeface="B Titr" panose="00000700000000000000" pitchFamily="2" charset="-78"/>
              </a:rPr>
              <a:t>فصل سوم</a:t>
            </a:r>
            <a:endParaRPr lang="en-US" sz="3200" dirty="0">
              <a:cs typeface="B Titr" panose="00000700000000000000" pitchFamily="2" charset="-78"/>
            </a:endParaRPr>
          </a:p>
        </p:txBody>
      </p:sp>
      <p:sp>
        <p:nvSpPr>
          <p:cNvPr id="28" name="TextBox 27">
            <a:extLst>
              <a:ext uri="{FF2B5EF4-FFF2-40B4-BE49-F238E27FC236}">
                <a16:creationId xmlns:a16="http://schemas.microsoft.com/office/drawing/2014/main" id="{8468766E-8FB5-E4D2-E9BC-4763447DEA13}"/>
              </a:ext>
            </a:extLst>
          </p:cNvPr>
          <p:cNvSpPr txBox="1"/>
          <p:nvPr/>
        </p:nvSpPr>
        <p:spPr>
          <a:xfrm>
            <a:off x="5957888" y="5621119"/>
            <a:ext cx="5290683" cy="442674"/>
          </a:xfrm>
          <a:prstGeom prst="roundRect">
            <a:avLst/>
          </a:prstGeom>
          <a:solidFill>
            <a:schemeClr val="bg1">
              <a:alpha val="66000"/>
            </a:schemeClr>
          </a:solidFill>
        </p:spPr>
        <p:txBody>
          <a:bodyPr wrap="square" rtlCol="0" anchor="ctr" anchorCtr="0">
            <a:spAutoFit/>
          </a:bodyPr>
          <a:lstStyle/>
          <a:p>
            <a:pPr rtl="1"/>
            <a:r>
              <a:rPr lang="fa-IR" sz="2000" dirty="0">
                <a:latin typeface="IRAN(FaNum)" panose="020B0606030804020204" pitchFamily="34" charset="-78"/>
                <a:cs typeface="IRAN(FaNum)" panose="020B0606030804020204" pitchFamily="34" charset="-78"/>
              </a:rPr>
              <a:t>عنوان فصل را اینجا بنویسید</a:t>
            </a:r>
            <a:endParaRPr lang="en-US" sz="2000" dirty="0">
              <a:latin typeface="IRAN(FaNum)" panose="020B0606030804020204" pitchFamily="34" charset="-78"/>
              <a:cs typeface="IRAN(FaNum)" panose="020B0606030804020204" pitchFamily="34" charset="-78"/>
            </a:endParaRPr>
          </a:p>
        </p:txBody>
      </p:sp>
      <p:sp>
        <p:nvSpPr>
          <p:cNvPr id="29" name="TextBox 28">
            <a:extLst>
              <a:ext uri="{FF2B5EF4-FFF2-40B4-BE49-F238E27FC236}">
                <a16:creationId xmlns:a16="http://schemas.microsoft.com/office/drawing/2014/main" id="{A0E839E8-271B-0219-AA82-2DAD22F3815E}"/>
              </a:ext>
            </a:extLst>
          </p:cNvPr>
          <p:cNvSpPr txBox="1"/>
          <p:nvPr/>
        </p:nvSpPr>
        <p:spPr>
          <a:xfrm>
            <a:off x="9045713" y="5518964"/>
            <a:ext cx="2034738" cy="646986"/>
          </a:xfrm>
          <a:prstGeom prst="roundRect">
            <a:avLst/>
          </a:prstGeom>
          <a:solidFill>
            <a:srgbClr val="A9D18E"/>
          </a:solidFill>
        </p:spPr>
        <p:txBody>
          <a:bodyPr wrap="square" rtlCol="0" anchor="ctr" anchorCtr="0">
            <a:spAutoFit/>
          </a:bodyPr>
          <a:lstStyle/>
          <a:p>
            <a:pPr algn="ctr" rtl="1"/>
            <a:r>
              <a:rPr lang="fa-IR" sz="3200" dirty="0">
                <a:cs typeface="B Titr" panose="00000700000000000000" pitchFamily="2" charset="-78"/>
              </a:rPr>
              <a:t>فصل چهارم</a:t>
            </a:r>
            <a:endParaRPr lang="en-US" sz="3200" dirty="0">
              <a:cs typeface="B Titr" panose="00000700000000000000" pitchFamily="2" charset="-78"/>
            </a:endParaRPr>
          </a:p>
        </p:txBody>
      </p:sp>
      <p:pic>
        <p:nvPicPr>
          <p:cNvPr id="63" name="Graphic 62">
            <a:extLst>
              <a:ext uri="{FF2B5EF4-FFF2-40B4-BE49-F238E27FC236}">
                <a16:creationId xmlns:a16="http://schemas.microsoft.com/office/drawing/2014/main" id="{CAF4C34D-7934-64E6-AE04-B87A417EF5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549" y="1647820"/>
            <a:ext cx="3716207" cy="3599345"/>
          </a:xfrm>
          <a:prstGeom prst="rect">
            <a:avLst/>
          </a:prstGeom>
        </p:spPr>
      </p:pic>
      <p:pic>
        <p:nvPicPr>
          <p:cNvPr id="3" name="Graphic 2">
            <a:extLst>
              <a:ext uri="{FF2B5EF4-FFF2-40B4-BE49-F238E27FC236}">
                <a16:creationId xmlns:a16="http://schemas.microsoft.com/office/drawing/2014/main" id="{5D4F9EC3-5568-16B2-4162-3FBFBE306D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3372034">
            <a:off x="-528848" y="5417728"/>
            <a:ext cx="1526810" cy="2041021"/>
          </a:xfrm>
          <a:prstGeom prst="rect">
            <a:avLst/>
          </a:prstGeom>
          <a:effectLst>
            <a:outerShdw blurRad="508000" sx="102000" sy="102000" algn="ctr" rotWithShape="0">
              <a:prstClr val="black">
                <a:alpha val="40000"/>
              </a:prstClr>
            </a:outerShdw>
          </a:effectLst>
        </p:spPr>
      </p:pic>
      <p:pic>
        <p:nvPicPr>
          <p:cNvPr id="4" name="Graphic 3">
            <a:extLst>
              <a:ext uri="{FF2B5EF4-FFF2-40B4-BE49-F238E27FC236}">
                <a16:creationId xmlns:a16="http://schemas.microsoft.com/office/drawing/2014/main" id="{9938B2CD-39ED-E287-D97D-7C2A9114FF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3372034">
            <a:off x="793900" y="6046743"/>
            <a:ext cx="1023226" cy="1367835"/>
          </a:xfrm>
          <a:prstGeom prst="rect">
            <a:avLst/>
          </a:prstGeom>
          <a:effectLst>
            <a:outerShdw blurRad="508000" sx="102000" sy="102000" algn="ctr" rotWithShape="0">
              <a:prstClr val="black">
                <a:alpha val="40000"/>
              </a:prstClr>
            </a:outerShdw>
          </a:effectLst>
        </p:spPr>
      </p:pic>
      <p:sp>
        <p:nvSpPr>
          <p:cNvPr id="16" name="Slide Number Placeholder 15">
            <a:extLst>
              <a:ext uri="{FF2B5EF4-FFF2-40B4-BE49-F238E27FC236}">
                <a16:creationId xmlns:a16="http://schemas.microsoft.com/office/drawing/2014/main" id="{96FA1DB6-5FE2-ABC7-2A25-0C729C4C3C34}"/>
              </a:ext>
            </a:extLst>
          </p:cNvPr>
          <p:cNvSpPr>
            <a:spLocks noGrp="1"/>
          </p:cNvSpPr>
          <p:nvPr>
            <p:ph type="sldNum" sz="quarter" idx="4"/>
          </p:nvPr>
        </p:nvSpPr>
        <p:spPr/>
        <p:txBody>
          <a:bodyPr/>
          <a:lstStyle/>
          <a:p>
            <a:fld id="{0262F45B-057E-45F1-BF75-BEAC56186E37}" type="slidenum">
              <a:rPr lang="en-US" smtClean="0"/>
              <a:pPr/>
              <a:t>4</a:t>
            </a:fld>
            <a:endParaRPr lang="en-US" dirty="0"/>
          </a:p>
        </p:txBody>
      </p:sp>
    </p:spTree>
    <p:extLst>
      <p:ext uri="{BB962C8B-B14F-4D97-AF65-F5344CB8AC3E}">
        <p14:creationId xmlns:p14="http://schemas.microsoft.com/office/powerpoint/2010/main" val="3207696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strVal val="4/3*#ppt_w"/>
                                          </p:val>
                                        </p:tav>
                                        <p:tav tm="100000">
                                          <p:val>
                                            <p:strVal val="#ppt_w"/>
                                          </p:val>
                                        </p:tav>
                                      </p:tavLst>
                                    </p:anim>
                                    <p:anim calcmode="lin" valueType="num">
                                      <p:cBhvr>
                                        <p:cTn id="12" dur="500" fill="hold"/>
                                        <p:tgtEl>
                                          <p:spTgt spid="15"/>
                                        </p:tgtEl>
                                        <p:attrNameLst>
                                          <p:attrName>ppt_h</p:attrName>
                                        </p:attrNameLst>
                                      </p:cBhvr>
                                      <p:tavLst>
                                        <p:tav tm="0">
                                          <p:val>
                                            <p:strVal val="4/3*#ppt_h"/>
                                          </p:val>
                                        </p:tav>
                                        <p:tav tm="100000">
                                          <p:val>
                                            <p:strVal val="#ppt_h"/>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000" fill="hold"/>
                                        <p:tgtEl>
                                          <p:spTgt spid="23"/>
                                        </p:tgtEl>
                                        <p:attrNameLst>
                                          <p:attrName>ppt_x</p:attrName>
                                        </p:attrNameLst>
                                      </p:cBhvr>
                                      <p:tavLst>
                                        <p:tav tm="0">
                                          <p:val>
                                            <p:strVal val="1+#ppt_w/2"/>
                                          </p:val>
                                        </p:tav>
                                        <p:tav tm="100000">
                                          <p:val>
                                            <p:strVal val="#ppt_x"/>
                                          </p:val>
                                        </p:tav>
                                      </p:tavLst>
                                    </p:anim>
                                    <p:anim calcmode="lin" valueType="num">
                                      <p:cBhvr additive="base">
                                        <p:cTn id="16" dur="1000" fill="hold"/>
                                        <p:tgtEl>
                                          <p:spTgt spid="23"/>
                                        </p:tgtEl>
                                        <p:attrNameLst>
                                          <p:attrName>ppt_y</p:attrName>
                                        </p:attrNameLst>
                                      </p:cBhvr>
                                      <p:tavLst>
                                        <p:tav tm="0">
                                          <p:val>
                                            <p:strVal val="#ppt_y"/>
                                          </p:val>
                                        </p:tav>
                                        <p:tav tm="100000">
                                          <p:val>
                                            <p:strVal val="#ppt_y"/>
                                          </p:val>
                                        </p:tav>
                                      </p:tavLst>
                                    </p:anim>
                                  </p:childTnLst>
                                </p:cTn>
                              </p:par>
                              <p:par>
                                <p:cTn id="17" presetID="23" presetClass="entr" presetSubtype="288"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strVal val="4/3*#ppt_w"/>
                                          </p:val>
                                        </p:tav>
                                        <p:tav tm="100000">
                                          <p:val>
                                            <p:strVal val="#ppt_w"/>
                                          </p:val>
                                        </p:tav>
                                      </p:tavLst>
                                    </p:anim>
                                    <p:anim calcmode="lin" valueType="num">
                                      <p:cBhvr>
                                        <p:cTn id="20" dur="500" fill="hold"/>
                                        <p:tgtEl>
                                          <p:spTgt spid="22"/>
                                        </p:tgtEl>
                                        <p:attrNameLst>
                                          <p:attrName>ppt_h</p:attrName>
                                        </p:attrNameLst>
                                      </p:cBhvr>
                                      <p:tavLst>
                                        <p:tav tm="0">
                                          <p:val>
                                            <p:strVal val="4/3*#ppt_h"/>
                                          </p:val>
                                        </p:tav>
                                        <p:tav tm="100000">
                                          <p:val>
                                            <p:strVal val="#ppt_h"/>
                                          </p:val>
                                        </p:tav>
                                      </p:tavLst>
                                    </p:anim>
                                  </p:childTnLst>
                                </p:cTn>
                              </p:par>
                              <p:par>
                                <p:cTn id="21" presetID="2" presetClass="entr" presetSubtype="2" decel="10000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1000" fill="hold"/>
                                        <p:tgtEl>
                                          <p:spTgt spid="26"/>
                                        </p:tgtEl>
                                        <p:attrNameLst>
                                          <p:attrName>ppt_x</p:attrName>
                                        </p:attrNameLst>
                                      </p:cBhvr>
                                      <p:tavLst>
                                        <p:tav tm="0">
                                          <p:val>
                                            <p:strVal val="1+#ppt_w/2"/>
                                          </p:val>
                                        </p:tav>
                                        <p:tav tm="100000">
                                          <p:val>
                                            <p:strVal val="#ppt_x"/>
                                          </p:val>
                                        </p:tav>
                                      </p:tavLst>
                                    </p:anim>
                                    <p:anim calcmode="lin" valueType="num">
                                      <p:cBhvr additive="base">
                                        <p:cTn id="24" dur="1000" fill="hold"/>
                                        <p:tgtEl>
                                          <p:spTgt spid="26"/>
                                        </p:tgtEl>
                                        <p:attrNameLst>
                                          <p:attrName>ppt_y</p:attrName>
                                        </p:attrNameLst>
                                      </p:cBhvr>
                                      <p:tavLst>
                                        <p:tav tm="0">
                                          <p:val>
                                            <p:strVal val="#ppt_y"/>
                                          </p:val>
                                        </p:tav>
                                        <p:tav tm="100000">
                                          <p:val>
                                            <p:strVal val="#ppt_y"/>
                                          </p:val>
                                        </p:tav>
                                      </p:tavLst>
                                    </p:anim>
                                  </p:childTnLst>
                                </p:cTn>
                              </p:par>
                              <p:par>
                                <p:cTn id="25" presetID="23" presetClass="entr" presetSubtype="288"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strVal val="4/3*#ppt_w"/>
                                          </p:val>
                                        </p:tav>
                                        <p:tav tm="100000">
                                          <p:val>
                                            <p:strVal val="#ppt_w"/>
                                          </p:val>
                                        </p:tav>
                                      </p:tavLst>
                                    </p:anim>
                                    <p:anim calcmode="lin" valueType="num">
                                      <p:cBhvr>
                                        <p:cTn id="28" dur="500" fill="hold"/>
                                        <p:tgtEl>
                                          <p:spTgt spid="25"/>
                                        </p:tgtEl>
                                        <p:attrNameLst>
                                          <p:attrName>ppt_h</p:attrName>
                                        </p:attrNameLst>
                                      </p:cBhvr>
                                      <p:tavLst>
                                        <p:tav tm="0">
                                          <p:val>
                                            <p:strVal val="4/3*#ppt_h"/>
                                          </p:val>
                                        </p:tav>
                                        <p:tav tm="100000">
                                          <p:val>
                                            <p:strVal val="#ppt_h"/>
                                          </p:val>
                                        </p:tav>
                                      </p:tavLst>
                                    </p:anim>
                                  </p:childTnLst>
                                </p:cTn>
                              </p:par>
                              <p:par>
                                <p:cTn id="29" presetID="2" presetClass="entr" presetSubtype="2" decel="10000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1000" fill="hold"/>
                                        <p:tgtEl>
                                          <p:spTgt spid="29"/>
                                        </p:tgtEl>
                                        <p:attrNameLst>
                                          <p:attrName>ppt_x</p:attrName>
                                        </p:attrNameLst>
                                      </p:cBhvr>
                                      <p:tavLst>
                                        <p:tav tm="0">
                                          <p:val>
                                            <p:strVal val="1+#ppt_w/2"/>
                                          </p:val>
                                        </p:tav>
                                        <p:tav tm="100000">
                                          <p:val>
                                            <p:strVal val="#ppt_x"/>
                                          </p:val>
                                        </p:tav>
                                      </p:tavLst>
                                    </p:anim>
                                    <p:anim calcmode="lin" valueType="num">
                                      <p:cBhvr additive="base">
                                        <p:cTn id="32" dur="1000" fill="hold"/>
                                        <p:tgtEl>
                                          <p:spTgt spid="29"/>
                                        </p:tgtEl>
                                        <p:attrNameLst>
                                          <p:attrName>ppt_y</p:attrName>
                                        </p:attrNameLst>
                                      </p:cBhvr>
                                      <p:tavLst>
                                        <p:tav tm="0">
                                          <p:val>
                                            <p:strVal val="#ppt_y"/>
                                          </p:val>
                                        </p:tav>
                                        <p:tav tm="100000">
                                          <p:val>
                                            <p:strVal val="#ppt_y"/>
                                          </p:val>
                                        </p:tav>
                                      </p:tavLst>
                                    </p:anim>
                                  </p:childTnLst>
                                </p:cTn>
                              </p:par>
                              <p:par>
                                <p:cTn id="33" presetID="23" presetClass="entr" presetSubtype="288"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strVal val="4/3*#ppt_w"/>
                                          </p:val>
                                        </p:tav>
                                        <p:tav tm="100000">
                                          <p:val>
                                            <p:strVal val="#ppt_w"/>
                                          </p:val>
                                        </p:tav>
                                      </p:tavLst>
                                    </p:anim>
                                    <p:anim calcmode="lin" valueType="num">
                                      <p:cBhvr>
                                        <p:cTn id="36" dur="500" fill="hold"/>
                                        <p:tgtEl>
                                          <p:spTgt spid="28"/>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 grpId="0" animBg="1"/>
      <p:bldP spid="22" grpId="0" animBg="1"/>
      <p:bldP spid="23" grpId="0" animBg="1"/>
      <p:bldP spid="25" grpId="0" animBg="1"/>
      <p:bldP spid="26"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A9D18E"/>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829CA15-3FA0-4630-201D-7CEA7B6CC509}"/>
              </a:ext>
            </a:extLst>
          </p:cNvPr>
          <p:cNvSpPr/>
          <p:nvPr/>
        </p:nvSpPr>
        <p:spPr>
          <a:xfrm>
            <a:off x="1333500" y="-647700"/>
            <a:ext cx="9525000" cy="8103644"/>
          </a:xfrm>
          <a:prstGeom prst="roundRect">
            <a:avLst>
              <a:gd name="adj" fmla="val 8540"/>
            </a:avLst>
          </a:prstGeom>
          <a:gradFill>
            <a:gsLst>
              <a:gs pos="0">
                <a:schemeClr val="accent1">
                  <a:lumMod val="5000"/>
                  <a:lumOff val="95000"/>
                  <a:alpha val="25000"/>
                </a:schemeClr>
              </a:gs>
              <a:gs pos="100000">
                <a:schemeClr val="bg1">
                  <a:alpha val="6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B4D727A-C08F-12B0-FBE3-767AE08B1BA7}"/>
              </a:ext>
            </a:extLst>
          </p:cNvPr>
          <p:cNvSpPr/>
          <p:nvPr/>
        </p:nvSpPr>
        <p:spPr>
          <a:xfrm rot="5400000">
            <a:off x="2974145" y="3290782"/>
            <a:ext cx="2371622" cy="123835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2C53B8E7-8D32-0E8D-97B2-AFC2F805EC7F}"/>
              </a:ext>
            </a:extLst>
          </p:cNvPr>
          <p:cNvSpPr/>
          <p:nvPr/>
        </p:nvSpPr>
        <p:spPr>
          <a:xfrm>
            <a:off x="3540779" y="612132"/>
            <a:ext cx="5110447" cy="195037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16A4F71-C5D9-2C16-B7A7-32737B2F7C50}"/>
              </a:ext>
            </a:extLst>
          </p:cNvPr>
          <p:cNvSpPr/>
          <p:nvPr/>
        </p:nvSpPr>
        <p:spPr>
          <a:xfrm rot="5400000">
            <a:off x="5654401" y="3249043"/>
            <a:ext cx="883202" cy="5110447"/>
          </a:xfrm>
          <a:prstGeom prst="roundRect">
            <a:avLst>
              <a:gd name="adj" fmla="val 18567"/>
            </a:avLst>
          </a:prstGeom>
          <a:solidFill>
            <a:srgbClr val="A9D18E"/>
          </a:solidFill>
          <a:ln>
            <a:noFill/>
          </a:ln>
        </p:spPr>
        <p:txBody>
          <a:bodyPr spcFirstLastPara="1" wrap="square" lIns="91425" tIns="91425" rIns="91425" bIns="91425" anchor="ctr" anchorCtr="0">
            <a:noAutofit/>
          </a:bodyPr>
          <a:lstStyle/>
          <a:p>
            <a:endParaRPr lang="en-US" dirty="0">
              <a:solidFill>
                <a:schemeClr val="tx1"/>
              </a:solidFill>
            </a:endParaRPr>
          </a:p>
        </p:txBody>
      </p:sp>
      <p:sp>
        <p:nvSpPr>
          <p:cNvPr id="15" name="TextBox 14">
            <a:extLst>
              <a:ext uri="{FF2B5EF4-FFF2-40B4-BE49-F238E27FC236}">
                <a16:creationId xmlns:a16="http://schemas.microsoft.com/office/drawing/2014/main" id="{6ACCA44E-9FCA-1704-298B-A3C533C00C77}"/>
              </a:ext>
            </a:extLst>
          </p:cNvPr>
          <p:cNvSpPr txBox="1"/>
          <p:nvPr/>
        </p:nvSpPr>
        <p:spPr>
          <a:xfrm>
            <a:off x="3540775" y="908119"/>
            <a:ext cx="4953111" cy="4517775"/>
          </a:xfrm>
          <a:prstGeom prst="rect">
            <a:avLst/>
          </a:prstGeom>
          <a:noFill/>
        </p:spPr>
        <p:txBody>
          <a:bodyPr wrap="square" rtlCol="0">
            <a:spAutoFit/>
          </a:bodyPr>
          <a:lstStyle/>
          <a:p>
            <a:pPr algn="r" rtl="1">
              <a:lnSpc>
                <a:spcPct val="90000"/>
              </a:lnSpc>
            </a:pPr>
            <a:r>
              <a:rPr lang="fa-IR" sz="11500" dirty="0">
                <a:solidFill>
                  <a:srgbClr val="A9D18E"/>
                </a:solidFill>
                <a:cs typeface="B Titr" panose="00000700000000000000" pitchFamily="2" charset="-78"/>
              </a:rPr>
              <a:t>فصل</a:t>
            </a:r>
            <a:r>
              <a:rPr lang="fa-IR" sz="11500" dirty="0">
                <a:cs typeface="B Titr" panose="00000700000000000000" pitchFamily="2" charset="-78"/>
              </a:rPr>
              <a:t> </a:t>
            </a:r>
            <a:r>
              <a:rPr lang="fa-IR" sz="19900" dirty="0">
                <a:cs typeface="B Titr" panose="00000700000000000000" pitchFamily="2" charset="-78"/>
              </a:rPr>
              <a:t>اول</a:t>
            </a:r>
            <a:endParaRPr lang="en-US" sz="11500" dirty="0">
              <a:cs typeface="B Titr" panose="00000700000000000000" pitchFamily="2" charset="-78"/>
            </a:endParaRPr>
          </a:p>
        </p:txBody>
      </p:sp>
      <p:sp>
        <p:nvSpPr>
          <p:cNvPr id="16" name="TextBox 15">
            <a:extLst>
              <a:ext uri="{FF2B5EF4-FFF2-40B4-BE49-F238E27FC236}">
                <a16:creationId xmlns:a16="http://schemas.microsoft.com/office/drawing/2014/main" id="{9F39623A-3736-B80E-2C96-421731C50849}"/>
              </a:ext>
            </a:extLst>
          </p:cNvPr>
          <p:cNvSpPr txBox="1"/>
          <p:nvPr/>
        </p:nvSpPr>
        <p:spPr>
          <a:xfrm>
            <a:off x="3540778" y="5455848"/>
            <a:ext cx="5110448" cy="646331"/>
          </a:xfrm>
          <a:prstGeom prst="rect">
            <a:avLst/>
          </a:prstGeom>
          <a:noFill/>
        </p:spPr>
        <p:txBody>
          <a:bodyPr wrap="square" rtlCol="0">
            <a:spAutoFit/>
          </a:bodyPr>
          <a:lstStyle/>
          <a:p>
            <a:pPr algn="ctr" rtl="1"/>
            <a:r>
              <a:rPr lang="fa-IR" sz="3600" dirty="0">
                <a:cs typeface="B Titr" panose="00000700000000000000" pitchFamily="2" charset="-78"/>
              </a:rPr>
              <a:t>عنوان را اینجا بنویسید</a:t>
            </a:r>
            <a:endParaRPr lang="en-US" sz="3600" dirty="0">
              <a:cs typeface="B Titr" panose="00000700000000000000" pitchFamily="2" charset="-78"/>
            </a:endParaRPr>
          </a:p>
        </p:txBody>
      </p:sp>
      <p:pic>
        <p:nvPicPr>
          <p:cNvPr id="17" name="Graphic 16">
            <a:extLst>
              <a:ext uri="{FF2B5EF4-FFF2-40B4-BE49-F238E27FC236}">
                <a16:creationId xmlns:a16="http://schemas.microsoft.com/office/drawing/2014/main" id="{49E0B2B1-EAB5-2CB2-B9DF-A24B2A6838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4608" y="764430"/>
            <a:ext cx="1555100" cy="1667726"/>
          </a:xfrm>
          <a:prstGeom prst="rect">
            <a:avLst/>
          </a:prstGeom>
        </p:spPr>
      </p:pic>
      <p:pic>
        <p:nvPicPr>
          <p:cNvPr id="2" name="Graphic 1">
            <a:extLst>
              <a:ext uri="{FF2B5EF4-FFF2-40B4-BE49-F238E27FC236}">
                <a16:creationId xmlns:a16="http://schemas.microsoft.com/office/drawing/2014/main" id="{D538548C-5AC8-D0E7-FCD7-F9B7EF30A3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3372034" flipH="1" flipV="1">
            <a:off x="9977498" y="-1936217"/>
            <a:ext cx="3201444" cy="4279650"/>
          </a:xfrm>
          <a:prstGeom prst="rect">
            <a:avLst/>
          </a:prstGeom>
          <a:effectLst>
            <a:outerShdw blurRad="508000" sx="102000" sy="102000" algn="ctr" rotWithShape="0">
              <a:prstClr val="black">
                <a:alpha val="40000"/>
              </a:prstClr>
            </a:outerShdw>
          </a:effectLst>
        </p:spPr>
      </p:pic>
      <p:pic>
        <p:nvPicPr>
          <p:cNvPr id="4" name="Graphic 3">
            <a:extLst>
              <a:ext uri="{FF2B5EF4-FFF2-40B4-BE49-F238E27FC236}">
                <a16:creationId xmlns:a16="http://schemas.microsoft.com/office/drawing/2014/main" id="{A7F0B5F2-3764-3606-0AEA-863725B6AD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524571" flipH="1" flipV="1">
            <a:off x="9964020" y="5834078"/>
            <a:ext cx="1453952" cy="1943625"/>
          </a:xfrm>
          <a:prstGeom prst="rect">
            <a:avLst/>
          </a:prstGeom>
          <a:effectLst>
            <a:outerShdw blurRad="508000" sx="102000" sy="102000" algn="ctr" rotWithShape="0">
              <a:prstClr val="black">
                <a:alpha val="40000"/>
              </a:prstClr>
            </a:outerShdw>
          </a:effectLst>
        </p:spPr>
      </p:pic>
      <p:pic>
        <p:nvPicPr>
          <p:cNvPr id="7" name="Graphic 6">
            <a:extLst>
              <a:ext uri="{FF2B5EF4-FFF2-40B4-BE49-F238E27FC236}">
                <a16:creationId xmlns:a16="http://schemas.microsoft.com/office/drawing/2014/main" id="{88C90AF2-0C27-BB2A-9A0F-E980301312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1091637">
            <a:off x="463860" y="5025355"/>
            <a:ext cx="3191109" cy="4265835"/>
          </a:xfrm>
          <a:prstGeom prst="rect">
            <a:avLst/>
          </a:prstGeom>
          <a:effectLst>
            <a:outerShdw blurRad="508000" sx="102000" sy="102000" algn="ctr" rotWithShape="0">
              <a:prstClr val="black">
                <a:alpha val="40000"/>
              </a:prstClr>
            </a:outerShdw>
          </a:effectLst>
        </p:spPr>
      </p:pic>
      <p:pic>
        <p:nvPicPr>
          <p:cNvPr id="8" name="Graphic 7">
            <a:extLst>
              <a:ext uri="{FF2B5EF4-FFF2-40B4-BE49-F238E27FC236}">
                <a16:creationId xmlns:a16="http://schemas.microsoft.com/office/drawing/2014/main" id="{D13947D4-C39E-A818-09F4-3AC7FC115C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026464">
            <a:off x="230976" y="-1559359"/>
            <a:ext cx="1862844" cy="2490225"/>
          </a:xfrm>
          <a:prstGeom prst="rect">
            <a:avLst/>
          </a:prstGeom>
          <a:effectLst>
            <a:outerShdw blurRad="508000" sx="102000" sy="102000" algn="ctr" rotWithShape="0">
              <a:prstClr val="black">
                <a:alpha val="40000"/>
              </a:prstClr>
            </a:outerShdw>
          </a:effectLst>
        </p:spPr>
      </p:pic>
    </p:spTree>
    <p:extLst>
      <p:ext uri="{BB962C8B-B14F-4D97-AF65-F5344CB8AC3E}">
        <p14:creationId xmlns:p14="http://schemas.microsoft.com/office/powerpoint/2010/main" val="1046658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E66D4D-22FA-3D57-0572-65DAC040B1E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248400" y="0"/>
            <a:ext cx="18440400" cy="12288798"/>
          </a:xfrm>
          <a:prstGeom prst="rect">
            <a:avLst/>
          </a:prstGeom>
        </p:spPr>
      </p:pic>
      <p:sp>
        <p:nvSpPr>
          <p:cNvPr id="4" name="Rectangle: Rounded Corners 3">
            <a:extLst>
              <a:ext uri="{FF2B5EF4-FFF2-40B4-BE49-F238E27FC236}">
                <a16:creationId xmlns:a16="http://schemas.microsoft.com/office/drawing/2014/main" id="{3A4E429F-FEF2-DAD1-1D93-3F15A4DFFA73}"/>
              </a:ext>
            </a:extLst>
          </p:cNvPr>
          <p:cNvSpPr/>
          <p:nvPr/>
        </p:nvSpPr>
        <p:spPr>
          <a:xfrm>
            <a:off x="1872018" y="1701800"/>
            <a:ext cx="8447964" cy="3454400"/>
          </a:xfrm>
          <a:prstGeom prst="roundRect">
            <a:avLst>
              <a:gd name="adj" fmla="val 1522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26C2572-7F35-0DD1-30EF-62A9D7E42912}"/>
              </a:ext>
            </a:extLst>
          </p:cNvPr>
          <p:cNvSpPr txBox="1"/>
          <p:nvPr/>
        </p:nvSpPr>
        <p:spPr>
          <a:xfrm>
            <a:off x="8469239" y="2207382"/>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1</a:t>
            </a:r>
            <a:endParaRPr lang="en-US" sz="18600" dirty="0">
              <a:cs typeface="Mj_Fares Bold" panose="03000201010305050404" pitchFamily="66" charset="-78"/>
            </a:endParaRPr>
          </a:p>
        </p:txBody>
      </p:sp>
      <p:sp>
        <p:nvSpPr>
          <p:cNvPr id="8" name="TextBox 7">
            <a:extLst>
              <a:ext uri="{FF2B5EF4-FFF2-40B4-BE49-F238E27FC236}">
                <a16:creationId xmlns:a16="http://schemas.microsoft.com/office/drawing/2014/main" id="{B33B444B-4E72-B5E3-DEEB-46E8BC1F7C73}"/>
              </a:ext>
            </a:extLst>
          </p:cNvPr>
          <p:cNvSpPr txBox="1"/>
          <p:nvPr/>
        </p:nvSpPr>
        <p:spPr>
          <a:xfrm>
            <a:off x="2202102" y="2360400"/>
            <a:ext cx="5887798" cy="646331"/>
          </a:xfrm>
          <a:prstGeom prst="rect">
            <a:avLst/>
          </a:prstGeom>
          <a:noFill/>
        </p:spPr>
        <p:txBody>
          <a:bodyPr wrap="square" rtlCol="0">
            <a:spAutoFit/>
          </a:bodyPr>
          <a:lstStyle/>
          <a:p>
            <a:pPr algn="r" rtl="1"/>
            <a:r>
              <a:rPr lang="fa-IR" sz="3600" dirty="0">
                <a:cs typeface="B Titr" panose="00000700000000000000" pitchFamily="2" charset="-78"/>
              </a:rPr>
              <a:t>عنوان خود را اینجا بنویسید</a:t>
            </a:r>
            <a:endParaRPr lang="en-US" sz="3600" dirty="0">
              <a:cs typeface="B Titr" panose="00000700000000000000" pitchFamily="2" charset="-78"/>
            </a:endParaRPr>
          </a:p>
        </p:txBody>
      </p:sp>
      <p:sp>
        <p:nvSpPr>
          <p:cNvPr id="9" name="TextBox 8">
            <a:extLst>
              <a:ext uri="{FF2B5EF4-FFF2-40B4-BE49-F238E27FC236}">
                <a16:creationId xmlns:a16="http://schemas.microsoft.com/office/drawing/2014/main" id="{AEAFBED4-38CB-28D8-BB8D-C147D38D908D}"/>
              </a:ext>
            </a:extLst>
          </p:cNvPr>
          <p:cNvSpPr txBox="1"/>
          <p:nvPr/>
        </p:nvSpPr>
        <p:spPr>
          <a:xfrm>
            <a:off x="2202102" y="3108093"/>
            <a:ext cx="5887798"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چاپ، و با استفاده از طراحان گرافیک است، چاپگرها و متون بلکه روزنامه و مجله در ستون و سطرآنچنان که لازم است، و برای شرایط طلبد، تا با نرم افزارها شناخت بیشتری را برای طراحان رایانه ای تمام و دشواری موجود در ارائه راهکارها، و به پایان رسد و زمان مورد نیاز، و جوابگوی سوالات طراحی اساسا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8" name="TextBox 17">
            <a:extLst>
              <a:ext uri="{FF2B5EF4-FFF2-40B4-BE49-F238E27FC236}">
                <a16:creationId xmlns:a16="http://schemas.microsoft.com/office/drawing/2014/main" id="{ECB1DD2B-5014-99E0-B9A6-A3092AB0EF23}"/>
              </a:ext>
            </a:extLst>
          </p:cNvPr>
          <p:cNvSpPr txBox="1"/>
          <p:nvPr/>
        </p:nvSpPr>
        <p:spPr>
          <a:xfrm>
            <a:off x="8469239" y="7417741"/>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2</a:t>
            </a:r>
            <a:endParaRPr lang="en-US" sz="18600" dirty="0">
              <a:cs typeface="Mj_Fares Bold" panose="03000201010305050404" pitchFamily="66" charset="-78"/>
            </a:endParaRPr>
          </a:p>
        </p:txBody>
      </p:sp>
      <p:sp>
        <p:nvSpPr>
          <p:cNvPr id="11" name="Slide Number Placeholder 10">
            <a:extLst>
              <a:ext uri="{FF2B5EF4-FFF2-40B4-BE49-F238E27FC236}">
                <a16:creationId xmlns:a16="http://schemas.microsoft.com/office/drawing/2014/main" id="{E5D4A1C0-393D-6A84-8B9C-5085E34AD475}"/>
              </a:ext>
            </a:extLst>
          </p:cNvPr>
          <p:cNvSpPr>
            <a:spLocks noGrp="1"/>
          </p:cNvSpPr>
          <p:nvPr>
            <p:ph type="sldNum" sz="quarter" idx="4"/>
          </p:nvPr>
        </p:nvSpPr>
        <p:spPr/>
        <p:txBody>
          <a:bodyPr/>
          <a:lstStyle/>
          <a:p>
            <a:fld id="{0262F45B-057E-45F1-BF75-BEAC56186E37}" type="slidenum">
              <a:rPr lang="en-US" smtClean="0"/>
              <a:pPr/>
              <a:t>6</a:t>
            </a:fld>
            <a:endParaRPr lang="en-US" dirty="0"/>
          </a:p>
        </p:txBody>
      </p:sp>
    </p:spTree>
    <p:extLst>
      <p:ext uri="{BB962C8B-B14F-4D97-AF65-F5344CB8AC3E}">
        <p14:creationId xmlns:p14="http://schemas.microsoft.com/office/powerpoint/2010/main" val="3664669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250" fill="hold"/>
                                        <p:tgtEl>
                                          <p:spTgt spid="9"/>
                                        </p:tgtEl>
                                        <p:attrNameLst>
                                          <p:attrName>ppt_w</p:attrName>
                                        </p:attrNameLst>
                                      </p:cBhvr>
                                      <p:tavLst>
                                        <p:tav tm="0">
                                          <p:val>
                                            <p:strVal val="4/3*#ppt_w"/>
                                          </p:val>
                                        </p:tav>
                                        <p:tav tm="100000">
                                          <p:val>
                                            <p:strVal val="#ppt_w"/>
                                          </p:val>
                                        </p:tav>
                                      </p:tavLst>
                                    </p:anim>
                                    <p:anim calcmode="lin" valueType="num">
                                      <p:cBhvr>
                                        <p:cTn id="8" dur="250" fill="hold"/>
                                        <p:tgtEl>
                                          <p:spTgt spid="9"/>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1B8E18-14F2-C43A-C4F3-0AA1ACB6259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96727" y="0"/>
            <a:ext cx="14985454" cy="9986400"/>
          </a:xfrm>
          <a:prstGeom prst="rect">
            <a:avLst/>
          </a:prstGeom>
        </p:spPr>
      </p:pic>
      <p:sp>
        <p:nvSpPr>
          <p:cNvPr id="4" name="Rectangle: Rounded Corners 3">
            <a:extLst>
              <a:ext uri="{FF2B5EF4-FFF2-40B4-BE49-F238E27FC236}">
                <a16:creationId xmlns:a16="http://schemas.microsoft.com/office/drawing/2014/main" id="{3A4E429F-FEF2-DAD1-1D93-3F15A4DFFA73}"/>
              </a:ext>
            </a:extLst>
          </p:cNvPr>
          <p:cNvSpPr/>
          <p:nvPr/>
        </p:nvSpPr>
        <p:spPr>
          <a:xfrm>
            <a:off x="1872018" y="1701800"/>
            <a:ext cx="8447964" cy="3454400"/>
          </a:xfrm>
          <a:prstGeom prst="roundRect">
            <a:avLst>
              <a:gd name="adj" fmla="val 1522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26C2572-7F35-0DD1-30EF-62A9D7E42912}"/>
              </a:ext>
            </a:extLst>
          </p:cNvPr>
          <p:cNvSpPr txBox="1"/>
          <p:nvPr/>
        </p:nvSpPr>
        <p:spPr>
          <a:xfrm>
            <a:off x="8469239" y="2207382"/>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2</a:t>
            </a:r>
            <a:endParaRPr lang="en-US" sz="18600" dirty="0">
              <a:cs typeface="Mj_Fares Bold" panose="03000201010305050404" pitchFamily="66" charset="-78"/>
            </a:endParaRPr>
          </a:p>
        </p:txBody>
      </p:sp>
      <p:sp>
        <p:nvSpPr>
          <p:cNvPr id="8" name="TextBox 7">
            <a:extLst>
              <a:ext uri="{FF2B5EF4-FFF2-40B4-BE49-F238E27FC236}">
                <a16:creationId xmlns:a16="http://schemas.microsoft.com/office/drawing/2014/main" id="{B33B444B-4E72-B5E3-DEEB-46E8BC1F7C73}"/>
              </a:ext>
            </a:extLst>
          </p:cNvPr>
          <p:cNvSpPr txBox="1"/>
          <p:nvPr/>
        </p:nvSpPr>
        <p:spPr>
          <a:xfrm>
            <a:off x="2202102" y="2360400"/>
            <a:ext cx="5887798" cy="646331"/>
          </a:xfrm>
          <a:prstGeom prst="rect">
            <a:avLst/>
          </a:prstGeom>
          <a:noFill/>
        </p:spPr>
        <p:txBody>
          <a:bodyPr wrap="square" rtlCol="0">
            <a:spAutoFit/>
          </a:bodyPr>
          <a:lstStyle/>
          <a:p>
            <a:pPr algn="r" rtl="1"/>
            <a:r>
              <a:rPr lang="fa-IR" sz="3600" dirty="0">
                <a:cs typeface="B Titr" panose="00000700000000000000" pitchFamily="2" charset="-78"/>
              </a:rPr>
              <a:t>عنوان خود را اینجا بنویسید</a:t>
            </a:r>
            <a:endParaRPr lang="en-US" sz="3600" dirty="0">
              <a:cs typeface="B Titr" panose="00000700000000000000" pitchFamily="2" charset="-78"/>
            </a:endParaRPr>
          </a:p>
        </p:txBody>
      </p:sp>
      <p:sp>
        <p:nvSpPr>
          <p:cNvPr id="14" name="TextBox 13">
            <a:extLst>
              <a:ext uri="{FF2B5EF4-FFF2-40B4-BE49-F238E27FC236}">
                <a16:creationId xmlns:a16="http://schemas.microsoft.com/office/drawing/2014/main" id="{8230D192-A006-BEF4-A761-1F168FA45DF7}"/>
              </a:ext>
            </a:extLst>
          </p:cNvPr>
          <p:cNvSpPr txBox="1"/>
          <p:nvPr/>
        </p:nvSpPr>
        <p:spPr>
          <a:xfrm>
            <a:off x="8469239" y="7613527"/>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3</a:t>
            </a:r>
            <a:endParaRPr lang="en-US" sz="18600" dirty="0">
              <a:cs typeface="Mj_Fares Bold" panose="03000201010305050404" pitchFamily="66" charset="-78"/>
            </a:endParaRPr>
          </a:p>
        </p:txBody>
      </p:sp>
      <p:sp>
        <p:nvSpPr>
          <p:cNvPr id="15" name="TextBox 14">
            <a:extLst>
              <a:ext uri="{FF2B5EF4-FFF2-40B4-BE49-F238E27FC236}">
                <a16:creationId xmlns:a16="http://schemas.microsoft.com/office/drawing/2014/main" id="{5A9378A0-9808-1A64-D869-7A8528F1A153}"/>
              </a:ext>
            </a:extLst>
          </p:cNvPr>
          <p:cNvSpPr txBox="1"/>
          <p:nvPr/>
        </p:nvSpPr>
        <p:spPr>
          <a:xfrm>
            <a:off x="8621639" y="-2954655"/>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1</a:t>
            </a:r>
            <a:endParaRPr lang="en-US" sz="18600" dirty="0">
              <a:cs typeface="Mj_Fares Bold" panose="03000201010305050404" pitchFamily="66" charset="-78"/>
            </a:endParaRPr>
          </a:p>
        </p:txBody>
      </p:sp>
      <p:sp>
        <p:nvSpPr>
          <p:cNvPr id="3" name="TextBox 2">
            <a:extLst>
              <a:ext uri="{FF2B5EF4-FFF2-40B4-BE49-F238E27FC236}">
                <a16:creationId xmlns:a16="http://schemas.microsoft.com/office/drawing/2014/main" id="{CDC0C17B-97B9-5610-D2B2-6AB3D505288C}"/>
              </a:ext>
            </a:extLst>
          </p:cNvPr>
          <p:cNvSpPr txBox="1"/>
          <p:nvPr/>
        </p:nvSpPr>
        <p:spPr>
          <a:xfrm>
            <a:off x="2202102" y="3108093"/>
            <a:ext cx="5887798"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چاپ، و با استفاده از طراحان گرافیک است، چاپگرها و متون بلکه روزنامه و مجله در ستون و سطرآنچنان که لازم است، و برای شرایط طلبد، تا با نرم افزارها شناخت بیشتری را برای طراحان رایانه ای تمام و دشواری موجود در ارائه راهکارها، و به پایان رسد و زمان مورد نیاز، و جوابگوی سوالات طراحی اساسا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1" name="Slide Number Placeholder 10">
            <a:extLst>
              <a:ext uri="{FF2B5EF4-FFF2-40B4-BE49-F238E27FC236}">
                <a16:creationId xmlns:a16="http://schemas.microsoft.com/office/drawing/2014/main" id="{8557D62E-AD7F-FE02-B3BD-D64F839432D3}"/>
              </a:ext>
            </a:extLst>
          </p:cNvPr>
          <p:cNvSpPr>
            <a:spLocks noGrp="1"/>
          </p:cNvSpPr>
          <p:nvPr>
            <p:ph type="sldNum" sz="quarter" idx="4"/>
          </p:nvPr>
        </p:nvSpPr>
        <p:spPr/>
        <p:txBody>
          <a:bodyPr/>
          <a:lstStyle/>
          <a:p>
            <a:fld id="{0262F45B-057E-45F1-BF75-BEAC56186E37}" type="slidenum">
              <a:rPr lang="en-US" smtClean="0"/>
              <a:pPr/>
              <a:t>7</a:t>
            </a:fld>
            <a:endParaRPr lang="en-US" dirty="0"/>
          </a:p>
        </p:txBody>
      </p:sp>
    </p:spTree>
    <p:extLst>
      <p:ext uri="{BB962C8B-B14F-4D97-AF65-F5344CB8AC3E}">
        <p14:creationId xmlns:p14="http://schemas.microsoft.com/office/powerpoint/2010/main" val="3424340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strVal val="4/3*#ppt_w"/>
                                          </p:val>
                                        </p:tav>
                                        <p:tav tm="100000">
                                          <p:val>
                                            <p:strVal val="#ppt_w"/>
                                          </p:val>
                                        </p:tav>
                                      </p:tavLst>
                                    </p:anim>
                                    <p:anim calcmode="lin" valueType="num">
                                      <p:cBhvr>
                                        <p:cTn id="8" dur="250" fill="hold"/>
                                        <p:tgtEl>
                                          <p:spTgt spid="3"/>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F830ED-B9AA-BA74-98CF-DBC34BA0B5A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96727" y="-3128400"/>
            <a:ext cx="14985454" cy="9986400"/>
          </a:xfrm>
          <a:prstGeom prst="rect">
            <a:avLst/>
          </a:prstGeom>
        </p:spPr>
      </p:pic>
      <p:sp>
        <p:nvSpPr>
          <p:cNvPr id="4" name="Rectangle: Rounded Corners 3">
            <a:extLst>
              <a:ext uri="{FF2B5EF4-FFF2-40B4-BE49-F238E27FC236}">
                <a16:creationId xmlns:a16="http://schemas.microsoft.com/office/drawing/2014/main" id="{3A4E429F-FEF2-DAD1-1D93-3F15A4DFFA73}"/>
              </a:ext>
            </a:extLst>
          </p:cNvPr>
          <p:cNvSpPr/>
          <p:nvPr/>
        </p:nvSpPr>
        <p:spPr>
          <a:xfrm>
            <a:off x="1872018" y="1701800"/>
            <a:ext cx="8447964" cy="3454400"/>
          </a:xfrm>
          <a:prstGeom prst="roundRect">
            <a:avLst>
              <a:gd name="adj" fmla="val 1522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26C2572-7F35-0DD1-30EF-62A9D7E42912}"/>
              </a:ext>
            </a:extLst>
          </p:cNvPr>
          <p:cNvSpPr txBox="1"/>
          <p:nvPr/>
        </p:nvSpPr>
        <p:spPr>
          <a:xfrm>
            <a:off x="8469239" y="2207382"/>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3</a:t>
            </a:r>
            <a:endParaRPr lang="en-US" sz="18600" dirty="0">
              <a:cs typeface="Mj_Fares Bold" panose="03000201010305050404" pitchFamily="66" charset="-78"/>
            </a:endParaRPr>
          </a:p>
        </p:txBody>
      </p:sp>
      <p:sp>
        <p:nvSpPr>
          <p:cNvPr id="8" name="TextBox 7">
            <a:extLst>
              <a:ext uri="{FF2B5EF4-FFF2-40B4-BE49-F238E27FC236}">
                <a16:creationId xmlns:a16="http://schemas.microsoft.com/office/drawing/2014/main" id="{B33B444B-4E72-B5E3-DEEB-46E8BC1F7C73}"/>
              </a:ext>
            </a:extLst>
          </p:cNvPr>
          <p:cNvSpPr txBox="1"/>
          <p:nvPr/>
        </p:nvSpPr>
        <p:spPr>
          <a:xfrm>
            <a:off x="2202102" y="2360400"/>
            <a:ext cx="5887798" cy="646331"/>
          </a:xfrm>
          <a:prstGeom prst="rect">
            <a:avLst/>
          </a:prstGeom>
          <a:noFill/>
        </p:spPr>
        <p:txBody>
          <a:bodyPr wrap="square" rtlCol="0">
            <a:spAutoFit/>
          </a:bodyPr>
          <a:lstStyle/>
          <a:p>
            <a:pPr algn="r" rtl="1"/>
            <a:r>
              <a:rPr lang="fa-IR" sz="3600" dirty="0">
                <a:cs typeface="B Titr" panose="00000700000000000000" pitchFamily="2" charset="-78"/>
              </a:rPr>
              <a:t>عنوان خود را اینجا بنویسید</a:t>
            </a:r>
            <a:endParaRPr lang="en-US" sz="3600" dirty="0">
              <a:cs typeface="B Titr" panose="00000700000000000000" pitchFamily="2" charset="-78"/>
            </a:endParaRPr>
          </a:p>
        </p:txBody>
      </p:sp>
      <p:sp>
        <p:nvSpPr>
          <p:cNvPr id="10" name="TextBox 9">
            <a:extLst>
              <a:ext uri="{FF2B5EF4-FFF2-40B4-BE49-F238E27FC236}">
                <a16:creationId xmlns:a16="http://schemas.microsoft.com/office/drawing/2014/main" id="{508A8220-211C-E448-2739-FD69F37A02B8}"/>
              </a:ext>
            </a:extLst>
          </p:cNvPr>
          <p:cNvSpPr txBox="1"/>
          <p:nvPr/>
        </p:nvSpPr>
        <p:spPr>
          <a:xfrm>
            <a:off x="8621639" y="-16114773"/>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2</a:t>
            </a:r>
            <a:endParaRPr lang="en-US" sz="18600" dirty="0">
              <a:cs typeface="Mj_Fares Bold" panose="03000201010305050404" pitchFamily="66" charset="-78"/>
            </a:endParaRPr>
          </a:p>
        </p:txBody>
      </p:sp>
      <p:sp>
        <p:nvSpPr>
          <p:cNvPr id="21" name="Rectangle: Rounded Corners 20">
            <a:extLst>
              <a:ext uri="{FF2B5EF4-FFF2-40B4-BE49-F238E27FC236}">
                <a16:creationId xmlns:a16="http://schemas.microsoft.com/office/drawing/2014/main" id="{13CE6CDA-E87E-9172-931E-4C5AE0ED3B29}"/>
              </a:ext>
            </a:extLst>
          </p:cNvPr>
          <p:cNvSpPr/>
          <p:nvPr/>
        </p:nvSpPr>
        <p:spPr>
          <a:xfrm rot="16200000">
            <a:off x="-2840775" y="9494914"/>
            <a:ext cx="1390470" cy="2060242"/>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7633BE46-9F14-A873-54D4-28050DA02EF1}"/>
              </a:ext>
            </a:extLst>
          </p:cNvPr>
          <p:cNvSpPr/>
          <p:nvPr/>
        </p:nvSpPr>
        <p:spPr>
          <a:xfrm rot="16200000">
            <a:off x="4336143" y="9494913"/>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14AAB35-7D49-BE2E-C49F-EFF3CFB2B748}"/>
              </a:ext>
            </a:extLst>
          </p:cNvPr>
          <p:cNvSpPr/>
          <p:nvPr/>
        </p:nvSpPr>
        <p:spPr>
          <a:xfrm rot="16200000">
            <a:off x="6465383" y="9494913"/>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514AD565-7E3D-B42D-0166-966057379C88}"/>
              </a:ext>
            </a:extLst>
          </p:cNvPr>
          <p:cNvSpPr/>
          <p:nvPr/>
        </p:nvSpPr>
        <p:spPr>
          <a:xfrm rot="16200000">
            <a:off x="14182624" y="9494913"/>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46D1C56D-0869-8DBA-D92E-A43B9BDAAC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69075" y="9935478"/>
            <a:ext cx="1111457" cy="1145973"/>
          </a:xfrm>
          <a:prstGeom prst="rect">
            <a:avLst/>
          </a:prstGeom>
        </p:spPr>
      </p:pic>
      <p:pic>
        <p:nvPicPr>
          <p:cNvPr id="26" name="Graphic 25">
            <a:extLst>
              <a:ext uri="{FF2B5EF4-FFF2-40B4-BE49-F238E27FC236}">
                <a16:creationId xmlns:a16="http://schemas.microsoft.com/office/drawing/2014/main" id="{E1F41B28-83EC-5AE4-31FC-B74C69641A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68718" y="9921168"/>
            <a:ext cx="890062" cy="1174592"/>
          </a:xfrm>
          <a:prstGeom prst="rect">
            <a:avLst/>
          </a:prstGeom>
        </p:spPr>
      </p:pic>
      <p:pic>
        <p:nvPicPr>
          <p:cNvPr id="27" name="Graphic 26">
            <a:extLst>
              <a:ext uri="{FF2B5EF4-FFF2-40B4-BE49-F238E27FC236}">
                <a16:creationId xmlns:a16="http://schemas.microsoft.com/office/drawing/2014/main" id="{9EADD727-F610-3C7D-B07D-A6DA2E62B9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7656" y="9921168"/>
            <a:ext cx="860879" cy="1174592"/>
          </a:xfrm>
          <a:prstGeom prst="rect">
            <a:avLst/>
          </a:prstGeom>
        </p:spPr>
      </p:pic>
      <p:pic>
        <p:nvPicPr>
          <p:cNvPr id="28" name="Graphic 27">
            <a:extLst>
              <a:ext uri="{FF2B5EF4-FFF2-40B4-BE49-F238E27FC236}">
                <a16:creationId xmlns:a16="http://schemas.microsoft.com/office/drawing/2014/main" id="{ECC278DD-9919-FAE2-CD1F-987B59EC9D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80535" y="9986400"/>
            <a:ext cx="1024794" cy="1044129"/>
          </a:xfrm>
          <a:prstGeom prst="rect">
            <a:avLst/>
          </a:prstGeom>
        </p:spPr>
      </p:pic>
      <p:sp>
        <p:nvSpPr>
          <p:cNvPr id="6" name="TextBox 5">
            <a:extLst>
              <a:ext uri="{FF2B5EF4-FFF2-40B4-BE49-F238E27FC236}">
                <a16:creationId xmlns:a16="http://schemas.microsoft.com/office/drawing/2014/main" id="{C3E4F6C4-4D86-C078-31FB-D41715DADA80}"/>
              </a:ext>
            </a:extLst>
          </p:cNvPr>
          <p:cNvSpPr txBox="1"/>
          <p:nvPr/>
        </p:nvSpPr>
        <p:spPr>
          <a:xfrm>
            <a:off x="2202102" y="3108093"/>
            <a:ext cx="5887798"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چاپ، و با استفاده از طراحان گرافیک است، چاپگرها و متون بلکه روزنامه و مجله در ستون و سطرآنچنان که لازم است، و برای شرایط طلبد، تا با نرم افزارها شناخت بیشتری را برای طراحان رایانه ای تمام و دشواری موجود در ارائه راهکارها، و به پایان رسد و زمان مورد نیاز، و جوابگوی سوالات طراحی اساسا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2" name="Slide Number Placeholder 11">
            <a:extLst>
              <a:ext uri="{FF2B5EF4-FFF2-40B4-BE49-F238E27FC236}">
                <a16:creationId xmlns:a16="http://schemas.microsoft.com/office/drawing/2014/main" id="{387EB102-828B-5EC1-142B-91A9C6A1459F}"/>
              </a:ext>
            </a:extLst>
          </p:cNvPr>
          <p:cNvSpPr>
            <a:spLocks noGrp="1"/>
          </p:cNvSpPr>
          <p:nvPr>
            <p:ph type="sldNum" sz="quarter" idx="4"/>
          </p:nvPr>
        </p:nvSpPr>
        <p:spPr/>
        <p:txBody>
          <a:bodyPr/>
          <a:lstStyle/>
          <a:p>
            <a:fld id="{0262F45B-057E-45F1-BF75-BEAC56186E37}" type="slidenum">
              <a:rPr lang="en-US" smtClean="0"/>
              <a:pPr/>
              <a:t>8</a:t>
            </a:fld>
            <a:endParaRPr lang="en-US" dirty="0"/>
          </a:p>
        </p:txBody>
      </p:sp>
    </p:spTree>
    <p:extLst>
      <p:ext uri="{BB962C8B-B14F-4D97-AF65-F5344CB8AC3E}">
        <p14:creationId xmlns:p14="http://schemas.microsoft.com/office/powerpoint/2010/main" val="405914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fill="hold"/>
                                        <p:tgtEl>
                                          <p:spTgt spid="6"/>
                                        </p:tgtEl>
                                        <p:attrNameLst>
                                          <p:attrName>ppt_w</p:attrName>
                                        </p:attrNameLst>
                                      </p:cBhvr>
                                      <p:tavLst>
                                        <p:tav tm="0">
                                          <p:val>
                                            <p:strVal val="4/3*#ppt_w"/>
                                          </p:val>
                                        </p:tav>
                                        <p:tav tm="100000">
                                          <p:val>
                                            <p:strVal val="#ppt_w"/>
                                          </p:val>
                                        </p:tav>
                                      </p:tavLst>
                                    </p:anim>
                                    <p:anim calcmode="lin" valueType="num">
                                      <p:cBhvr>
                                        <p:cTn id="8" dur="250" fill="hold"/>
                                        <p:tgtEl>
                                          <p:spTgt spid="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711F0D-2B8E-65E2-69B1-7A925AD1BF3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2509" y="-465817"/>
            <a:ext cx="13607777" cy="9068307"/>
          </a:xfrm>
          <a:prstGeom prst="rect">
            <a:avLst/>
          </a:prstGeom>
        </p:spPr>
      </p:pic>
      <p:sp>
        <p:nvSpPr>
          <p:cNvPr id="2" name="Rectangle: Rounded Corners 1">
            <a:extLst>
              <a:ext uri="{FF2B5EF4-FFF2-40B4-BE49-F238E27FC236}">
                <a16:creationId xmlns:a16="http://schemas.microsoft.com/office/drawing/2014/main" id="{B87A53F5-A56B-8D93-1FC9-F37A4F3C2066}"/>
              </a:ext>
            </a:extLst>
          </p:cNvPr>
          <p:cNvSpPr/>
          <p:nvPr/>
        </p:nvSpPr>
        <p:spPr>
          <a:xfrm>
            <a:off x="2191656" y="-465817"/>
            <a:ext cx="7808688" cy="7789635"/>
          </a:xfrm>
          <a:prstGeom prst="roundRect">
            <a:avLst>
              <a:gd name="adj" fmla="val 1275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0065C9F-2146-E954-8711-BEEDACFAE0F5}"/>
              </a:ext>
            </a:extLst>
          </p:cNvPr>
          <p:cNvSpPr/>
          <p:nvPr/>
        </p:nvSpPr>
        <p:spPr>
          <a:xfrm>
            <a:off x="5111400" y="1079644"/>
            <a:ext cx="1969200" cy="1472100"/>
          </a:xfrm>
          <a:prstGeom prst="roundRect">
            <a:avLst>
              <a:gd name="adj" fmla="val 7642"/>
            </a:avLst>
          </a:prstGeom>
          <a:solidFill>
            <a:srgbClr val="BBD0CF"/>
          </a:solidFill>
          <a:ln>
            <a:noFill/>
          </a:ln>
        </p:spPr>
        <p:txBody>
          <a:bodyPr spcFirstLastPara="1" wrap="square" lIns="91425" tIns="91425" rIns="91425" bIns="91425" anchor="ctr" anchorCtr="0">
            <a:noAutofit/>
          </a:bodyPr>
          <a:lstStyle/>
          <a:p>
            <a:endParaRPr lang="en-US"/>
          </a:p>
        </p:txBody>
      </p:sp>
      <p:sp>
        <p:nvSpPr>
          <p:cNvPr id="28" name="Rectangle: Rounded Corners 27">
            <a:extLst>
              <a:ext uri="{FF2B5EF4-FFF2-40B4-BE49-F238E27FC236}">
                <a16:creationId xmlns:a16="http://schemas.microsoft.com/office/drawing/2014/main" id="{B9D21670-4968-D212-F7C5-3CF47D05F79E}"/>
              </a:ext>
            </a:extLst>
          </p:cNvPr>
          <p:cNvSpPr/>
          <p:nvPr/>
        </p:nvSpPr>
        <p:spPr>
          <a:xfrm>
            <a:off x="3003303" y="2692950"/>
            <a:ext cx="1969200" cy="1472100"/>
          </a:xfrm>
          <a:prstGeom prst="roundRect">
            <a:avLst>
              <a:gd name="adj" fmla="val 7642"/>
            </a:avLst>
          </a:prstGeom>
          <a:solidFill>
            <a:srgbClr val="EFD9D1"/>
          </a:solidFill>
          <a:ln>
            <a:noFill/>
          </a:ln>
        </p:spPr>
        <p:txBody>
          <a:bodyPr spcFirstLastPara="1" wrap="square" lIns="91425" tIns="91425" rIns="91425" bIns="91425" anchor="ctr" anchorCtr="0">
            <a:noAutofit/>
          </a:bodyPr>
          <a:lstStyle/>
          <a:p>
            <a:endParaRPr lang="en-US" sz="700">
              <a:solidFill>
                <a:srgbClr val="DB3862"/>
              </a:solidFill>
            </a:endParaRPr>
          </a:p>
        </p:txBody>
      </p:sp>
      <p:sp>
        <p:nvSpPr>
          <p:cNvPr id="29" name="Rectangle: Rounded Corners 28">
            <a:extLst>
              <a:ext uri="{FF2B5EF4-FFF2-40B4-BE49-F238E27FC236}">
                <a16:creationId xmlns:a16="http://schemas.microsoft.com/office/drawing/2014/main" id="{4CEB5E76-CB5D-B50D-AA0D-9BEE7606F06D}"/>
              </a:ext>
            </a:extLst>
          </p:cNvPr>
          <p:cNvSpPr/>
          <p:nvPr/>
        </p:nvSpPr>
        <p:spPr>
          <a:xfrm>
            <a:off x="7219497" y="2692950"/>
            <a:ext cx="1969200" cy="1472100"/>
          </a:xfrm>
          <a:prstGeom prst="roundRect">
            <a:avLst>
              <a:gd name="adj" fmla="val 7642"/>
            </a:avLst>
          </a:prstGeom>
          <a:solidFill>
            <a:srgbClr val="EFD9D1"/>
          </a:solidFill>
          <a:ln>
            <a:noFill/>
          </a:ln>
        </p:spPr>
        <p:txBody>
          <a:bodyPr spcFirstLastPara="1" wrap="square" lIns="91425" tIns="91425" rIns="91425" bIns="91425" anchor="ctr" anchorCtr="0">
            <a:noAutofit/>
          </a:bodyPr>
          <a:lstStyle/>
          <a:p>
            <a:endParaRPr lang="en-US" sz="700">
              <a:solidFill>
                <a:srgbClr val="DB3862"/>
              </a:solidFill>
            </a:endParaRPr>
          </a:p>
        </p:txBody>
      </p:sp>
      <p:sp>
        <p:nvSpPr>
          <p:cNvPr id="30" name="Rectangle: Rounded Corners 29">
            <a:extLst>
              <a:ext uri="{FF2B5EF4-FFF2-40B4-BE49-F238E27FC236}">
                <a16:creationId xmlns:a16="http://schemas.microsoft.com/office/drawing/2014/main" id="{D2D15246-7402-9F62-F33D-0DD1BB020673}"/>
              </a:ext>
            </a:extLst>
          </p:cNvPr>
          <p:cNvSpPr/>
          <p:nvPr/>
        </p:nvSpPr>
        <p:spPr>
          <a:xfrm>
            <a:off x="5111400" y="4306256"/>
            <a:ext cx="1969200" cy="1472100"/>
          </a:xfrm>
          <a:prstGeom prst="roundRect">
            <a:avLst>
              <a:gd name="adj" fmla="val 7642"/>
            </a:avLst>
          </a:prstGeom>
          <a:solidFill>
            <a:srgbClr val="92A08C"/>
          </a:solidFill>
          <a:ln>
            <a:noFill/>
          </a:ln>
        </p:spPr>
        <p:txBody>
          <a:bodyPr spcFirstLastPara="1" wrap="square" lIns="91425" tIns="91425" rIns="91425" bIns="91425" anchor="ctr" anchorCtr="0">
            <a:noAutofit/>
          </a:bodyPr>
          <a:lstStyle/>
          <a:p>
            <a:endParaRPr lang="en-US" sz="700">
              <a:solidFill>
                <a:srgbClr val="DB3862"/>
              </a:solidFill>
            </a:endParaRPr>
          </a:p>
        </p:txBody>
      </p:sp>
      <p:pic>
        <p:nvPicPr>
          <p:cNvPr id="53" name="Picture Placeholder 52">
            <a:extLst>
              <a:ext uri="{FF2B5EF4-FFF2-40B4-BE49-F238E27FC236}">
                <a16:creationId xmlns:a16="http://schemas.microsoft.com/office/drawing/2014/main" id="{EDFBB3F0-46E5-1E85-D029-E9C03566EDCC}"/>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3003303" y="1079644"/>
            <a:ext cx="1969200" cy="1472100"/>
          </a:xfrm>
        </p:spPr>
      </p:pic>
      <p:pic>
        <p:nvPicPr>
          <p:cNvPr id="43" name="Picture Placeholder 42">
            <a:extLst>
              <a:ext uri="{FF2B5EF4-FFF2-40B4-BE49-F238E27FC236}">
                <a16:creationId xmlns:a16="http://schemas.microsoft.com/office/drawing/2014/main" id="{B541C7BA-587E-2277-3A39-F75D0C4FBADA}"/>
              </a:ext>
            </a:extLst>
          </p:cNvPr>
          <p:cNvPicPr>
            <a:picLocks noGrp="1" noChangeAspect="1"/>
          </p:cNvPicPr>
          <p:nvPr>
            <p:ph type="pic" sz="quarter" idx="14"/>
          </p:nvPr>
        </p:nvPicPr>
        <p:blipFill>
          <a:blip r:embed="rId4" cstate="print">
            <a:extLst>
              <a:ext uri="{28A0092B-C50C-407E-A947-70E740481C1C}">
                <a14:useLocalDpi xmlns:a14="http://schemas.microsoft.com/office/drawing/2010/main"/>
              </a:ext>
            </a:extLst>
          </a:blip>
          <a:srcRect/>
          <a:stretch>
            <a:fillRect/>
          </a:stretch>
        </p:blipFill>
        <p:spPr>
          <a:xfrm>
            <a:off x="7219497" y="1079644"/>
            <a:ext cx="1969200" cy="1472100"/>
          </a:xfrm>
        </p:spPr>
      </p:pic>
      <p:pic>
        <p:nvPicPr>
          <p:cNvPr id="45" name="Picture Placeholder 44">
            <a:extLst>
              <a:ext uri="{FF2B5EF4-FFF2-40B4-BE49-F238E27FC236}">
                <a16:creationId xmlns:a16="http://schemas.microsoft.com/office/drawing/2014/main" id="{5678FE52-925B-7C38-A42E-F3AA5F6FFDF9}"/>
              </a:ext>
            </a:extLst>
          </p:cNvPr>
          <p:cNvPicPr>
            <a:picLocks noGrp="1" noChangeAspect="1"/>
          </p:cNvPicPr>
          <p:nvPr>
            <p:ph type="pic" sz="quarter" idx="15"/>
          </p:nvPr>
        </p:nvPicPr>
        <p:blipFill>
          <a:blip r:embed="rId5" cstate="print">
            <a:extLst>
              <a:ext uri="{28A0092B-C50C-407E-A947-70E740481C1C}">
                <a14:useLocalDpi xmlns:a14="http://schemas.microsoft.com/office/drawing/2010/main"/>
              </a:ext>
            </a:extLst>
          </a:blip>
          <a:srcRect/>
          <a:stretch>
            <a:fillRect/>
          </a:stretch>
        </p:blipFill>
        <p:spPr>
          <a:xfrm>
            <a:off x="5111400" y="2692950"/>
            <a:ext cx="1969200" cy="1472100"/>
          </a:xfrm>
        </p:spPr>
      </p:pic>
      <p:pic>
        <p:nvPicPr>
          <p:cNvPr id="49" name="Picture Placeholder 48">
            <a:extLst>
              <a:ext uri="{FF2B5EF4-FFF2-40B4-BE49-F238E27FC236}">
                <a16:creationId xmlns:a16="http://schemas.microsoft.com/office/drawing/2014/main" id="{692DD2F2-A3C4-58E0-5C4C-A43EA074C285}"/>
              </a:ext>
            </a:extLst>
          </p:cNvPr>
          <p:cNvPicPr>
            <a:picLocks noGrp="1" noChangeAspect="1"/>
          </p:cNvPicPr>
          <p:nvPr>
            <p:ph type="pic" sz="quarter" idx="16"/>
          </p:nvPr>
        </p:nvPicPr>
        <p:blipFill>
          <a:blip r:embed="rId6" cstate="print">
            <a:extLst>
              <a:ext uri="{28A0092B-C50C-407E-A947-70E740481C1C}">
                <a14:useLocalDpi xmlns:a14="http://schemas.microsoft.com/office/drawing/2010/main"/>
              </a:ext>
            </a:extLst>
          </a:blip>
          <a:srcRect/>
          <a:stretch>
            <a:fillRect/>
          </a:stretch>
        </p:blipFill>
        <p:spPr>
          <a:xfrm>
            <a:off x="7219497" y="4306256"/>
            <a:ext cx="1969200" cy="1472100"/>
          </a:xfrm>
        </p:spPr>
      </p:pic>
      <p:pic>
        <p:nvPicPr>
          <p:cNvPr id="51" name="Picture Placeholder 50">
            <a:extLst>
              <a:ext uri="{FF2B5EF4-FFF2-40B4-BE49-F238E27FC236}">
                <a16:creationId xmlns:a16="http://schemas.microsoft.com/office/drawing/2014/main" id="{0B3D6F16-A4AC-644D-EDEC-A6CED9472095}"/>
              </a:ext>
            </a:extLst>
          </p:cNvPr>
          <p:cNvPicPr>
            <a:picLocks noGrp="1" noChangeAspect="1"/>
          </p:cNvPicPr>
          <p:nvPr>
            <p:ph type="pic" sz="quarter" idx="17"/>
          </p:nvPr>
        </p:nvPicPr>
        <p:blipFill>
          <a:blip r:embed="rId7" cstate="print">
            <a:extLst>
              <a:ext uri="{28A0092B-C50C-407E-A947-70E740481C1C}">
                <a14:useLocalDpi xmlns:a14="http://schemas.microsoft.com/office/drawing/2010/main"/>
              </a:ext>
            </a:extLst>
          </a:blip>
          <a:srcRect/>
          <a:stretch>
            <a:fillRect/>
          </a:stretch>
        </p:blipFill>
        <p:spPr>
          <a:xfrm>
            <a:off x="3003303" y="4306256"/>
            <a:ext cx="1969200" cy="1472100"/>
          </a:xfrm>
        </p:spPr>
      </p:pic>
      <p:grpSp>
        <p:nvGrpSpPr>
          <p:cNvPr id="59" name="Group 58">
            <a:extLst>
              <a:ext uri="{FF2B5EF4-FFF2-40B4-BE49-F238E27FC236}">
                <a16:creationId xmlns:a16="http://schemas.microsoft.com/office/drawing/2014/main" id="{4FAD340A-637B-BECE-8D0E-0C420135F492}"/>
              </a:ext>
            </a:extLst>
          </p:cNvPr>
          <p:cNvGrpSpPr/>
          <p:nvPr/>
        </p:nvGrpSpPr>
        <p:grpSpPr>
          <a:xfrm>
            <a:off x="5167946" y="1363971"/>
            <a:ext cx="1856108" cy="847118"/>
            <a:chOff x="3789076" y="5707867"/>
            <a:chExt cx="2306925" cy="847118"/>
          </a:xfrm>
        </p:grpSpPr>
        <p:sp>
          <p:nvSpPr>
            <p:cNvPr id="60" name="TextBox 59">
              <a:extLst>
                <a:ext uri="{FF2B5EF4-FFF2-40B4-BE49-F238E27FC236}">
                  <a16:creationId xmlns:a16="http://schemas.microsoft.com/office/drawing/2014/main" id="{40C6FE88-88CD-BBD9-E998-392362921D8C}"/>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1" name="TextBox 60">
              <a:extLst>
                <a:ext uri="{FF2B5EF4-FFF2-40B4-BE49-F238E27FC236}">
                  <a16:creationId xmlns:a16="http://schemas.microsoft.com/office/drawing/2014/main" id="{2777E391-41CF-ABF7-9F23-C03534CC3522}"/>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2" name="Group 61">
            <a:extLst>
              <a:ext uri="{FF2B5EF4-FFF2-40B4-BE49-F238E27FC236}">
                <a16:creationId xmlns:a16="http://schemas.microsoft.com/office/drawing/2014/main" id="{BA49DBF0-5EE6-51EF-0C52-64326D1A1E8E}"/>
              </a:ext>
            </a:extLst>
          </p:cNvPr>
          <p:cNvGrpSpPr/>
          <p:nvPr/>
        </p:nvGrpSpPr>
        <p:grpSpPr>
          <a:xfrm>
            <a:off x="5167946" y="4618747"/>
            <a:ext cx="1856108" cy="847118"/>
            <a:chOff x="3789076" y="5707867"/>
            <a:chExt cx="2306925" cy="847118"/>
          </a:xfrm>
        </p:grpSpPr>
        <p:sp>
          <p:nvSpPr>
            <p:cNvPr id="63" name="TextBox 62">
              <a:extLst>
                <a:ext uri="{FF2B5EF4-FFF2-40B4-BE49-F238E27FC236}">
                  <a16:creationId xmlns:a16="http://schemas.microsoft.com/office/drawing/2014/main" id="{F83D2FC8-33C9-F73F-0792-FF4A16C5BEB4}"/>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4" name="TextBox 63">
              <a:extLst>
                <a:ext uri="{FF2B5EF4-FFF2-40B4-BE49-F238E27FC236}">
                  <a16:creationId xmlns:a16="http://schemas.microsoft.com/office/drawing/2014/main" id="{FD760A7F-27E2-7E21-F7CD-15DF9A88BE63}"/>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5" name="Group 64">
            <a:extLst>
              <a:ext uri="{FF2B5EF4-FFF2-40B4-BE49-F238E27FC236}">
                <a16:creationId xmlns:a16="http://schemas.microsoft.com/office/drawing/2014/main" id="{E9CB09D6-F1FE-A0D0-BB00-E84890900854}"/>
              </a:ext>
            </a:extLst>
          </p:cNvPr>
          <p:cNvGrpSpPr/>
          <p:nvPr/>
        </p:nvGrpSpPr>
        <p:grpSpPr>
          <a:xfrm>
            <a:off x="7276043" y="3005441"/>
            <a:ext cx="1856108" cy="847118"/>
            <a:chOff x="3789076" y="5707867"/>
            <a:chExt cx="2306925" cy="847118"/>
          </a:xfrm>
        </p:grpSpPr>
        <p:sp>
          <p:nvSpPr>
            <p:cNvPr id="66" name="TextBox 65">
              <a:extLst>
                <a:ext uri="{FF2B5EF4-FFF2-40B4-BE49-F238E27FC236}">
                  <a16:creationId xmlns:a16="http://schemas.microsoft.com/office/drawing/2014/main" id="{BA043245-2D6F-BF3D-D5AC-D5B15F5C75D4}"/>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7" name="TextBox 66">
              <a:extLst>
                <a:ext uri="{FF2B5EF4-FFF2-40B4-BE49-F238E27FC236}">
                  <a16:creationId xmlns:a16="http://schemas.microsoft.com/office/drawing/2014/main" id="{47DDD80A-83C7-3133-8F2F-200B146C7499}"/>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8" name="Group 67">
            <a:extLst>
              <a:ext uri="{FF2B5EF4-FFF2-40B4-BE49-F238E27FC236}">
                <a16:creationId xmlns:a16="http://schemas.microsoft.com/office/drawing/2014/main" id="{7AA815E3-10B5-5F34-B9E3-5D3DB556E803}"/>
              </a:ext>
            </a:extLst>
          </p:cNvPr>
          <p:cNvGrpSpPr/>
          <p:nvPr/>
        </p:nvGrpSpPr>
        <p:grpSpPr>
          <a:xfrm>
            <a:off x="3059849" y="3005441"/>
            <a:ext cx="1856108" cy="847118"/>
            <a:chOff x="3789076" y="5707867"/>
            <a:chExt cx="2306925" cy="847118"/>
          </a:xfrm>
        </p:grpSpPr>
        <p:sp>
          <p:nvSpPr>
            <p:cNvPr id="69" name="TextBox 68">
              <a:extLst>
                <a:ext uri="{FF2B5EF4-FFF2-40B4-BE49-F238E27FC236}">
                  <a16:creationId xmlns:a16="http://schemas.microsoft.com/office/drawing/2014/main" id="{FC3F85B8-98C4-ADFB-F220-84CDABAC9788}"/>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70" name="TextBox 69">
              <a:extLst>
                <a:ext uri="{FF2B5EF4-FFF2-40B4-BE49-F238E27FC236}">
                  <a16:creationId xmlns:a16="http://schemas.microsoft.com/office/drawing/2014/main" id="{8F72ABED-369E-8EAE-44CF-AC09F4E4F7EF}"/>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sp>
        <p:nvSpPr>
          <p:cNvPr id="8" name="Slide Number Placeholder 7">
            <a:extLst>
              <a:ext uri="{FF2B5EF4-FFF2-40B4-BE49-F238E27FC236}">
                <a16:creationId xmlns:a16="http://schemas.microsoft.com/office/drawing/2014/main" id="{D087B45E-7926-A18E-4D95-A295BB370E53}"/>
              </a:ext>
            </a:extLst>
          </p:cNvPr>
          <p:cNvSpPr>
            <a:spLocks noGrp="1"/>
          </p:cNvSpPr>
          <p:nvPr>
            <p:ph type="sldNum" sz="quarter" idx="4"/>
          </p:nvPr>
        </p:nvSpPr>
        <p:spPr/>
        <p:txBody>
          <a:bodyPr/>
          <a:lstStyle/>
          <a:p>
            <a:fld id="{0262F45B-057E-45F1-BF75-BEAC56186E37}" type="slidenum">
              <a:rPr lang="en-US" smtClean="0"/>
              <a:pPr/>
              <a:t>9</a:t>
            </a:fld>
            <a:endParaRPr lang="en-US" dirty="0"/>
          </a:p>
        </p:txBody>
      </p:sp>
    </p:spTree>
    <p:extLst>
      <p:ext uri="{BB962C8B-B14F-4D97-AF65-F5344CB8AC3E}">
        <p14:creationId xmlns:p14="http://schemas.microsoft.com/office/powerpoint/2010/main" val="3472726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ppt_x"/>
                                          </p:val>
                                        </p:tav>
                                        <p:tav tm="100000">
                                          <p:val>
                                            <p:strVal val="#ppt_x"/>
                                          </p:val>
                                        </p:tav>
                                      </p:tavLst>
                                    </p:anim>
                                    <p:anim calcmode="lin" valueType="num">
                                      <p:cBhvr additive="base">
                                        <p:cTn id="8" dur="500" fill="hold"/>
                                        <p:tgtEl>
                                          <p:spTgt spid="5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1+#ppt_w/2"/>
                                          </p:val>
                                        </p:tav>
                                        <p:tav tm="100000">
                                          <p:val>
                                            <p:strVal val="#ppt_x"/>
                                          </p:val>
                                        </p:tav>
                                      </p:tavLst>
                                    </p:anim>
                                    <p:anim calcmode="lin" valueType="num">
                                      <p:cBhvr additive="base">
                                        <p:cTn id="16" dur="500" fill="hold"/>
                                        <p:tgtEl>
                                          <p:spTgt spid="29"/>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1+#ppt_w/2"/>
                                          </p:val>
                                        </p:tav>
                                        <p:tav tm="100000">
                                          <p:val>
                                            <p:strVal val="#ppt_x"/>
                                          </p:val>
                                        </p:tav>
                                      </p:tavLst>
                                    </p:anim>
                                    <p:anim calcmode="lin" valueType="num">
                                      <p:cBhvr additive="base">
                                        <p:cTn id="20" dur="500" fill="hold"/>
                                        <p:tgtEl>
                                          <p:spTgt spid="65"/>
                                        </p:tgtEl>
                                        <p:attrNameLst>
                                          <p:attrName>ppt_y</p:attrName>
                                        </p:attrNameLst>
                                      </p:cBhvr>
                                      <p:tavLst>
                                        <p:tav tm="0">
                                          <p:val>
                                            <p:strVal val="#ppt_y"/>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anim calcmode="lin" valueType="num">
                                      <p:cBhvr additive="base">
                                        <p:cTn id="27" dur="500" fill="hold"/>
                                        <p:tgtEl>
                                          <p:spTgt spid="62"/>
                                        </p:tgtEl>
                                        <p:attrNameLst>
                                          <p:attrName>ppt_x</p:attrName>
                                        </p:attrNameLst>
                                      </p:cBhvr>
                                      <p:tavLst>
                                        <p:tav tm="0">
                                          <p:val>
                                            <p:strVal val="#ppt_x"/>
                                          </p:val>
                                        </p:tav>
                                        <p:tav tm="100000">
                                          <p:val>
                                            <p:strVal val="#ppt_x"/>
                                          </p:val>
                                        </p:tav>
                                      </p:tavLst>
                                    </p:anim>
                                    <p:anim calcmode="lin" valueType="num">
                                      <p:cBhvr additive="base">
                                        <p:cTn id="28" dur="500" fill="hold"/>
                                        <p:tgtEl>
                                          <p:spTgt spid="62"/>
                                        </p:tgtEl>
                                        <p:attrNameLst>
                                          <p:attrName>ppt_y</p:attrName>
                                        </p:attrNameLst>
                                      </p:cBhvr>
                                      <p:tavLst>
                                        <p:tav tm="0">
                                          <p:val>
                                            <p:strVal val="1+#ppt_h/2"/>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0-#ppt_w/2"/>
                                          </p:val>
                                        </p:tav>
                                        <p:tav tm="100000">
                                          <p:val>
                                            <p:strVal val="#ppt_x"/>
                                          </p:val>
                                        </p:tav>
                                      </p:tavLst>
                                    </p:anim>
                                    <p:anim calcmode="lin" valueType="num">
                                      <p:cBhvr additive="base">
                                        <p:cTn id="32" dur="500" fill="hold"/>
                                        <p:tgtEl>
                                          <p:spTgt spid="2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anim calcmode="lin" valueType="num">
                                      <p:cBhvr additive="base">
                                        <p:cTn id="35" dur="500" fill="hold"/>
                                        <p:tgtEl>
                                          <p:spTgt spid="68"/>
                                        </p:tgtEl>
                                        <p:attrNameLst>
                                          <p:attrName>ppt_x</p:attrName>
                                        </p:attrNameLst>
                                      </p:cBhvr>
                                      <p:tavLst>
                                        <p:tav tm="0">
                                          <p:val>
                                            <p:strVal val="0-#ppt_w/2"/>
                                          </p:val>
                                        </p:tav>
                                        <p:tav tm="100000">
                                          <p:val>
                                            <p:strVal val="#ppt_x"/>
                                          </p:val>
                                        </p:tav>
                                      </p:tavLst>
                                    </p:anim>
                                    <p:anim calcmode="lin" valueType="num">
                                      <p:cBhvr additive="base">
                                        <p:cTn id="36" dur="500" fill="hold"/>
                                        <p:tgtEl>
                                          <p:spTgt spid="68"/>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3" presetClass="entr" presetSubtype="288" fill="hold" nodeType="afterEffect">
                                  <p:stCondLst>
                                    <p:cond delay="0"/>
                                  </p:stCondLst>
                                  <p:childTnLst>
                                    <p:set>
                                      <p:cBhvr>
                                        <p:cTn id="39" dur="1" fill="hold">
                                          <p:stCondLst>
                                            <p:cond delay="0"/>
                                          </p:stCondLst>
                                        </p:cTn>
                                        <p:tgtEl>
                                          <p:spTgt spid="53"/>
                                        </p:tgtEl>
                                        <p:attrNameLst>
                                          <p:attrName>style.visibility</p:attrName>
                                        </p:attrNameLst>
                                      </p:cBhvr>
                                      <p:to>
                                        <p:strVal val="visible"/>
                                      </p:to>
                                    </p:set>
                                    <p:anim calcmode="lin" valueType="num">
                                      <p:cBhvr>
                                        <p:cTn id="40" dur="250" fill="hold"/>
                                        <p:tgtEl>
                                          <p:spTgt spid="53"/>
                                        </p:tgtEl>
                                        <p:attrNameLst>
                                          <p:attrName>ppt_w</p:attrName>
                                        </p:attrNameLst>
                                      </p:cBhvr>
                                      <p:tavLst>
                                        <p:tav tm="0">
                                          <p:val>
                                            <p:strVal val="4/3*#ppt_w"/>
                                          </p:val>
                                        </p:tav>
                                        <p:tav tm="100000">
                                          <p:val>
                                            <p:strVal val="#ppt_w"/>
                                          </p:val>
                                        </p:tav>
                                      </p:tavLst>
                                    </p:anim>
                                    <p:anim calcmode="lin" valueType="num">
                                      <p:cBhvr>
                                        <p:cTn id="41" dur="250" fill="hold"/>
                                        <p:tgtEl>
                                          <p:spTgt spid="53"/>
                                        </p:tgtEl>
                                        <p:attrNameLst>
                                          <p:attrName>ppt_h</p:attrName>
                                        </p:attrNameLst>
                                      </p:cBhvr>
                                      <p:tavLst>
                                        <p:tav tm="0">
                                          <p:val>
                                            <p:strVal val="4/3*#ppt_h"/>
                                          </p:val>
                                        </p:tav>
                                        <p:tav tm="100000">
                                          <p:val>
                                            <p:strVal val="#ppt_h"/>
                                          </p:val>
                                        </p:tav>
                                      </p:tavLst>
                                    </p:anim>
                                  </p:childTnLst>
                                </p:cTn>
                              </p:par>
                            </p:childTnLst>
                          </p:cTn>
                        </p:par>
                        <p:par>
                          <p:cTn id="42" fill="hold">
                            <p:stCondLst>
                              <p:cond delay="750"/>
                            </p:stCondLst>
                            <p:childTnLst>
                              <p:par>
                                <p:cTn id="43" presetID="23" presetClass="entr" presetSubtype="288" fill="hold" nodeType="afterEffect">
                                  <p:stCondLst>
                                    <p:cond delay="0"/>
                                  </p:stCondLst>
                                  <p:childTnLst>
                                    <p:set>
                                      <p:cBhvr>
                                        <p:cTn id="44" dur="1" fill="hold">
                                          <p:stCondLst>
                                            <p:cond delay="0"/>
                                          </p:stCondLst>
                                        </p:cTn>
                                        <p:tgtEl>
                                          <p:spTgt spid="43"/>
                                        </p:tgtEl>
                                        <p:attrNameLst>
                                          <p:attrName>style.visibility</p:attrName>
                                        </p:attrNameLst>
                                      </p:cBhvr>
                                      <p:to>
                                        <p:strVal val="visible"/>
                                      </p:to>
                                    </p:set>
                                    <p:anim calcmode="lin" valueType="num">
                                      <p:cBhvr>
                                        <p:cTn id="45" dur="250" fill="hold"/>
                                        <p:tgtEl>
                                          <p:spTgt spid="43"/>
                                        </p:tgtEl>
                                        <p:attrNameLst>
                                          <p:attrName>ppt_w</p:attrName>
                                        </p:attrNameLst>
                                      </p:cBhvr>
                                      <p:tavLst>
                                        <p:tav tm="0">
                                          <p:val>
                                            <p:strVal val="4/3*#ppt_w"/>
                                          </p:val>
                                        </p:tav>
                                        <p:tav tm="100000">
                                          <p:val>
                                            <p:strVal val="#ppt_w"/>
                                          </p:val>
                                        </p:tav>
                                      </p:tavLst>
                                    </p:anim>
                                    <p:anim calcmode="lin" valueType="num">
                                      <p:cBhvr>
                                        <p:cTn id="46" dur="250" fill="hold"/>
                                        <p:tgtEl>
                                          <p:spTgt spid="43"/>
                                        </p:tgtEl>
                                        <p:attrNameLst>
                                          <p:attrName>ppt_h</p:attrName>
                                        </p:attrNameLst>
                                      </p:cBhvr>
                                      <p:tavLst>
                                        <p:tav tm="0">
                                          <p:val>
                                            <p:strVal val="4/3*#ppt_h"/>
                                          </p:val>
                                        </p:tav>
                                        <p:tav tm="100000">
                                          <p:val>
                                            <p:strVal val="#ppt_h"/>
                                          </p:val>
                                        </p:tav>
                                      </p:tavLst>
                                    </p:anim>
                                  </p:childTnLst>
                                </p:cTn>
                              </p:par>
                            </p:childTnLst>
                          </p:cTn>
                        </p:par>
                        <p:par>
                          <p:cTn id="47" fill="hold">
                            <p:stCondLst>
                              <p:cond delay="1000"/>
                            </p:stCondLst>
                            <p:childTnLst>
                              <p:par>
                                <p:cTn id="48" presetID="23" presetClass="entr" presetSubtype="288" fill="hold" nodeType="afterEffect">
                                  <p:stCondLst>
                                    <p:cond delay="0"/>
                                  </p:stCondLst>
                                  <p:childTnLst>
                                    <p:set>
                                      <p:cBhvr>
                                        <p:cTn id="49" dur="1" fill="hold">
                                          <p:stCondLst>
                                            <p:cond delay="0"/>
                                          </p:stCondLst>
                                        </p:cTn>
                                        <p:tgtEl>
                                          <p:spTgt spid="45"/>
                                        </p:tgtEl>
                                        <p:attrNameLst>
                                          <p:attrName>style.visibility</p:attrName>
                                        </p:attrNameLst>
                                      </p:cBhvr>
                                      <p:to>
                                        <p:strVal val="visible"/>
                                      </p:to>
                                    </p:set>
                                    <p:anim calcmode="lin" valueType="num">
                                      <p:cBhvr>
                                        <p:cTn id="50" dur="250" fill="hold"/>
                                        <p:tgtEl>
                                          <p:spTgt spid="45"/>
                                        </p:tgtEl>
                                        <p:attrNameLst>
                                          <p:attrName>ppt_w</p:attrName>
                                        </p:attrNameLst>
                                      </p:cBhvr>
                                      <p:tavLst>
                                        <p:tav tm="0">
                                          <p:val>
                                            <p:strVal val="4/3*#ppt_w"/>
                                          </p:val>
                                        </p:tav>
                                        <p:tav tm="100000">
                                          <p:val>
                                            <p:strVal val="#ppt_w"/>
                                          </p:val>
                                        </p:tav>
                                      </p:tavLst>
                                    </p:anim>
                                    <p:anim calcmode="lin" valueType="num">
                                      <p:cBhvr>
                                        <p:cTn id="51" dur="250" fill="hold"/>
                                        <p:tgtEl>
                                          <p:spTgt spid="45"/>
                                        </p:tgtEl>
                                        <p:attrNameLst>
                                          <p:attrName>ppt_h</p:attrName>
                                        </p:attrNameLst>
                                      </p:cBhvr>
                                      <p:tavLst>
                                        <p:tav tm="0">
                                          <p:val>
                                            <p:strVal val="4/3*#ppt_h"/>
                                          </p:val>
                                        </p:tav>
                                        <p:tav tm="100000">
                                          <p:val>
                                            <p:strVal val="#ppt_h"/>
                                          </p:val>
                                        </p:tav>
                                      </p:tavLst>
                                    </p:anim>
                                  </p:childTnLst>
                                </p:cTn>
                              </p:par>
                            </p:childTnLst>
                          </p:cTn>
                        </p:par>
                        <p:par>
                          <p:cTn id="52" fill="hold">
                            <p:stCondLst>
                              <p:cond delay="1250"/>
                            </p:stCondLst>
                            <p:childTnLst>
                              <p:par>
                                <p:cTn id="53" presetID="23" presetClass="entr" presetSubtype="288" fill="hold" nodeType="afterEffect">
                                  <p:stCondLst>
                                    <p:cond delay="0"/>
                                  </p:stCondLst>
                                  <p:childTnLst>
                                    <p:set>
                                      <p:cBhvr>
                                        <p:cTn id="54" dur="1" fill="hold">
                                          <p:stCondLst>
                                            <p:cond delay="0"/>
                                          </p:stCondLst>
                                        </p:cTn>
                                        <p:tgtEl>
                                          <p:spTgt spid="49"/>
                                        </p:tgtEl>
                                        <p:attrNameLst>
                                          <p:attrName>style.visibility</p:attrName>
                                        </p:attrNameLst>
                                      </p:cBhvr>
                                      <p:to>
                                        <p:strVal val="visible"/>
                                      </p:to>
                                    </p:set>
                                    <p:anim calcmode="lin" valueType="num">
                                      <p:cBhvr>
                                        <p:cTn id="55" dur="250" fill="hold"/>
                                        <p:tgtEl>
                                          <p:spTgt spid="49"/>
                                        </p:tgtEl>
                                        <p:attrNameLst>
                                          <p:attrName>ppt_w</p:attrName>
                                        </p:attrNameLst>
                                      </p:cBhvr>
                                      <p:tavLst>
                                        <p:tav tm="0">
                                          <p:val>
                                            <p:strVal val="4/3*#ppt_w"/>
                                          </p:val>
                                        </p:tav>
                                        <p:tav tm="100000">
                                          <p:val>
                                            <p:strVal val="#ppt_w"/>
                                          </p:val>
                                        </p:tav>
                                      </p:tavLst>
                                    </p:anim>
                                    <p:anim calcmode="lin" valueType="num">
                                      <p:cBhvr>
                                        <p:cTn id="56" dur="250" fill="hold"/>
                                        <p:tgtEl>
                                          <p:spTgt spid="49"/>
                                        </p:tgtEl>
                                        <p:attrNameLst>
                                          <p:attrName>ppt_h</p:attrName>
                                        </p:attrNameLst>
                                      </p:cBhvr>
                                      <p:tavLst>
                                        <p:tav tm="0">
                                          <p:val>
                                            <p:strVal val="4/3*#ppt_h"/>
                                          </p:val>
                                        </p:tav>
                                        <p:tav tm="100000">
                                          <p:val>
                                            <p:strVal val="#ppt_h"/>
                                          </p:val>
                                        </p:tav>
                                      </p:tavLst>
                                    </p:anim>
                                  </p:childTnLst>
                                </p:cTn>
                              </p:par>
                            </p:childTnLst>
                          </p:cTn>
                        </p:par>
                        <p:par>
                          <p:cTn id="57" fill="hold">
                            <p:stCondLst>
                              <p:cond delay="1500"/>
                            </p:stCondLst>
                            <p:childTnLst>
                              <p:par>
                                <p:cTn id="58" presetID="23" presetClass="entr" presetSubtype="288" fill="hold" nodeType="afterEffect">
                                  <p:stCondLst>
                                    <p:cond delay="0"/>
                                  </p:stCondLst>
                                  <p:childTnLst>
                                    <p:set>
                                      <p:cBhvr>
                                        <p:cTn id="59" dur="1" fill="hold">
                                          <p:stCondLst>
                                            <p:cond delay="0"/>
                                          </p:stCondLst>
                                        </p:cTn>
                                        <p:tgtEl>
                                          <p:spTgt spid="51"/>
                                        </p:tgtEl>
                                        <p:attrNameLst>
                                          <p:attrName>style.visibility</p:attrName>
                                        </p:attrNameLst>
                                      </p:cBhvr>
                                      <p:to>
                                        <p:strVal val="visible"/>
                                      </p:to>
                                    </p:set>
                                    <p:anim calcmode="lin" valueType="num">
                                      <p:cBhvr>
                                        <p:cTn id="60" dur="250" fill="hold"/>
                                        <p:tgtEl>
                                          <p:spTgt spid="51"/>
                                        </p:tgtEl>
                                        <p:attrNameLst>
                                          <p:attrName>ppt_w</p:attrName>
                                        </p:attrNameLst>
                                      </p:cBhvr>
                                      <p:tavLst>
                                        <p:tav tm="0">
                                          <p:val>
                                            <p:strVal val="4/3*#ppt_w"/>
                                          </p:val>
                                        </p:tav>
                                        <p:tav tm="100000">
                                          <p:val>
                                            <p:strVal val="#ppt_w"/>
                                          </p:val>
                                        </p:tav>
                                      </p:tavLst>
                                    </p:anim>
                                    <p:anim calcmode="lin" valueType="num">
                                      <p:cBhvr>
                                        <p:cTn id="61" dur="250" fill="hold"/>
                                        <p:tgtEl>
                                          <p:spTgt spid="5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FA9479E-7546-335B-3FC3-1828922583C8}"/>
              </a:ext>
            </a:extLst>
          </p:cNvPr>
          <p:cNvSpPr/>
          <p:nvPr/>
        </p:nvSpPr>
        <p:spPr>
          <a:xfrm>
            <a:off x="133350" y="-465817"/>
            <a:ext cx="6973208" cy="7789635"/>
          </a:xfrm>
          <a:prstGeom prst="roundRect">
            <a:avLst>
              <a:gd name="adj" fmla="val 1275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0065C9F-2146-E954-8711-BEEDACFAE0F5}"/>
              </a:ext>
            </a:extLst>
          </p:cNvPr>
          <p:cNvSpPr/>
          <p:nvPr/>
        </p:nvSpPr>
        <p:spPr>
          <a:xfrm>
            <a:off x="2633190" y="1079644"/>
            <a:ext cx="1969200" cy="1472100"/>
          </a:xfrm>
          <a:prstGeom prst="roundRect">
            <a:avLst>
              <a:gd name="adj" fmla="val 7642"/>
            </a:avLst>
          </a:prstGeom>
          <a:solidFill>
            <a:srgbClr val="BBD0CF"/>
          </a:solidFill>
          <a:ln>
            <a:noFill/>
          </a:ln>
        </p:spPr>
        <p:txBody>
          <a:bodyPr spcFirstLastPara="1" wrap="square" lIns="91425" tIns="91425" rIns="91425" bIns="91425" anchor="ctr" anchorCtr="0">
            <a:noAutofit/>
          </a:bodyPr>
          <a:lstStyle/>
          <a:p>
            <a:endParaRPr lang="en-US"/>
          </a:p>
        </p:txBody>
      </p:sp>
      <p:sp>
        <p:nvSpPr>
          <p:cNvPr id="28" name="Rectangle: Rounded Corners 27">
            <a:extLst>
              <a:ext uri="{FF2B5EF4-FFF2-40B4-BE49-F238E27FC236}">
                <a16:creationId xmlns:a16="http://schemas.microsoft.com/office/drawing/2014/main" id="{B9D21670-4968-D212-F7C5-3CF47D05F79E}"/>
              </a:ext>
            </a:extLst>
          </p:cNvPr>
          <p:cNvSpPr/>
          <p:nvPr/>
        </p:nvSpPr>
        <p:spPr>
          <a:xfrm>
            <a:off x="525093" y="2692950"/>
            <a:ext cx="1969200" cy="1472100"/>
          </a:xfrm>
          <a:prstGeom prst="roundRect">
            <a:avLst>
              <a:gd name="adj" fmla="val 7642"/>
            </a:avLst>
          </a:prstGeom>
          <a:solidFill>
            <a:srgbClr val="EFD9D1"/>
          </a:solidFill>
          <a:ln>
            <a:noFill/>
          </a:ln>
        </p:spPr>
        <p:txBody>
          <a:bodyPr spcFirstLastPara="1" wrap="square" lIns="91425" tIns="91425" rIns="91425" bIns="91425" anchor="ctr" anchorCtr="0">
            <a:noAutofit/>
          </a:bodyPr>
          <a:lstStyle/>
          <a:p>
            <a:endParaRPr lang="en-US" sz="700">
              <a:solidFill>
                <a:srgbClr val="DB3862"/>
              </a:solidFill>
            </a:endParaRPr>
          </a:p>
        </p:txBody>
      </p:sp>
      <p:sp>
        <p:nvSpPr>
          <p:cNvPr id="29" name="Rectangle: Rounded Corners 28">
            <a:extLst>
              <a:ext uri="{FF2B5EF4-FFF2-40B4-BE49-F238E27FC236}">
                <a16:creationId xmlns:a16="http://schemas.microsoft.com/office/drawing/2014/main" id="{4CEB5E76-CB5D-B50D-AA0D-9BEE7606F06D}"/>
              </a:ext>
            </a:extLst>
          </p:cNvPr>
          <p:cNvSpPr/>
          <p:nvPr/>
        </p:nvSpPr>
        <p:spPr>
          <a:xfrm>
            <a:off x="4741287" y="2692950"/>
            <a:ext cx="1969200" cy="1472100"/>
          </a:xfrm>
          <a:prstGeom prst="roundRect">
            <a:avLst>
              <a:gd name="adj" fmla="val 7642"/>
            </a:avLst>
          </a:prstGeom>
          <a:solidFill>
            <a:srgbClr val="EFD9D1"/>
          </a:solidFill>
          <a:ln>
            <a:noFill/>
          </a:ln>
        </p:spPr>
        <p:txBody>
          <a:bodyPr spcFirstLastPara="1" wrap="square" lIns="91425" tIns="91425" rIns="91425" bIns="91425" anchor="ctr" anchorCtr="0">
            <a:noAutofit/>
          </a:bodyPr>
          <a:lstStyle/>
          <a:p>
            <a:endParaRPr lang="en-US" sz="700">
              <a:solidFill>
                <a:srgbClr val="DB3862"/>
              </a:solidFill>
            </a:endParaRPr>
          </a:p>
        </p:txBody>
      </p:sp>
      <p:sp>
        <p:nvSpPr>
          <p:cNvPr id="30" name="Rectangle: Rounded Corners 29">
            <a:extLst>
              <a:ext uri="{FF2B5EF4-FFF2-40B4-BE49-F238E27FC236}">
                <a16:creationId xmlns:a16="http://schemas.microsoft.com/office/drawing/2014/main" id="{D2D15246-7402-9F62-F33D-0DD1BB020673}"/>
              </a:ext>
            </a:extLst>
          </p:cNvPr>
          <p:cNvSpPr/>
          <p:nvPr/>
        </p:nvSpPr>
        <p:spPr>
          <a:xfrm>
            <a:off x="2633190" y="4306256"/>
            <a:ext cx="1969200" cy="1472100"/>
          </a:xfrm>
          <a:prstGeom prst="roundRect">
            <a:avLst>
              <a:gd name="adj" fmla="val 7642"/>
            </a:avLst>
          </a:prstGeom>
          <a:solidFill>
            <a:srgbClr val="92A08C"/>
          </a:solidFill>
          <a:ln>
            <a:noFill/>
          </a:ln>
        </p:spPr>
        <p:txBody>
          <a:bodyPr spcFirstLastPara="1" wrap="square" lIns="91425" tIns="91425" rIns="91425" bIns="91425" anchor="ctr" anchorCtr="0">
            <a:noAutofit/>
          </a:bodyPr>
          <a:lstStyle/>
          <a:p>
            <a:endParaRPr lang="en-US" sz="700">
              <a:solidFill>
                <a:srgbClr val="DB3862"/>
              </a:solidFill>
            </a:endParaRPr>
          </a:p>
        </p:txBody>
      </p:sp>
      <p:pic>
        <p:nvPicPr>
          <p:cNvPr id="53" name="Picture Placeholder 52">
            <a:extLst>
              <a:ext uri="{FF2B5EF4-FFF2-40B4-BE49-F238E27FC236}">
                <a16:creationId xmlns:a16="http://schemas.microsoft.com/office/drawing/2014/main" id="{EDFBB3F0-46E5-1E85-D029-E9C03566EDCC}"/>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a:fillRect/>
          </a:stretch>
        </p:blipFill>
        <p:spPr>
          <a:xfrm>
            <a:off x="525093" y="1079644"/>
            <a:ext cx="1969200" cy="1472100"/>
          </a:xfrm>
        </p:spPr>
      </p:pic>
      <p:pic>
        <p:nvPicPr>
          <p:cNvPr id="43" name="Picture Placeholder 42">
            <a:extLst>
              <a:ext uri="{FF2B5EF4-FFF2-40B4-BE49-F238E27FC236}">
                <a16:creationId xmlns:a16="http://schemas.microsoft.com/office/drawing/2014/main" id="{B541C7BA-587E-2277-3A39-F75D0C4FBADA}"/>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a:stretch>
            <a:fillRect/>
          </a:stretch>
        </p:blipFill>
        <p:spPr>
          <a:xfrm>
            <a:off x="4741287" y="1079644"/>
            <a:ext cx="1969200" cy="1472100"/>
          </a:xfrm>
        </p:spPr>
      </p:pic>
      <p:pic>
        <p:nvPicPr>
          <p:cNvPr id="45" name="Picture Placeholder 44">
            <a:extLst>
              <a:ext uri="{FF2B5EF4-FFF2-40B4-BE49-F238E27FC236}">
                <a16:creationId xmlns:a16="http://schemas.microsoft.com/office/drawing/2014/main" id="{5678FE52-925B-7C38-A42E-F3AA5F6FFDF9}"/>
              </a:ext>
            </a:extLst>
          </p:cNvPr>
          <p:cNvPicPr>
            <a:picLocks noGrp="1" noChangeAspect="1"/>
          </p:cNvPicPr>
          <p:nvPr>
            <p:ph type="pic" sz="quarter" idx="15"/>
          </p:nvPr>
        </p:nvPicPr>
        <p:blipFill>
          <a:blip r:embed="rId4" cstate="print">
            <a:extLst>
              <a:ext uri="{28A0092B-C50C-407E-A947-70E740481C1C}">
                <a14:useLocalDpi xmlns:a14="http://schemas.microsoft.com/office/drawing/2010/main"/>
              </a:ext>
            </a:extLst>
          </a:blip>
          <a:srcRect/>
          <a:stretch>
            <a:fillRect/>
          </a:stretch>
        </p:blipFill>
        <p:spPr>
          <a:xfrm>
            <a:off x="2633190" y="2692950"/>
            <a:ext cx="1969200" cy="1472100"/>
          </a:xfrm>
        </p:spPr>
      </p:pic>
      <p:pic>
        <p:nvPicPr>
          <p:cNvPr id="49" name="Picture Placeholder 48">
            <a:extLst>
              <a:ext uri="{FF2B5EF4-FFF2-40B4-BE49-F238E27FC236}">
                <a16:creationId xmlns:a16="http://schemas.microsoft.com/office/drawing/2014/main" id="{692DD2F2-A3C4-58E0-5C4C-A43EA074C285}"/>
              </a:ext>
            </a:extLst>
          </p:cNvPr>
          <p:cNvPicPr>
            <a:picLocks noGrp="1" noChangeAspect="1"/>
          </p:cNvPicPr>
          <p:nvPr>
            <p:ph type="pic" sz="quarter" idx="16"/>
          </p:nvPr>
        </p:nvPicPr>
        <p:blipFill>
          <a:blip r:embed="rId5" cstate="print">
            <a:extLst>
              <a:ext uri="{28A0092B-C50C-407E-A947-70E740481C1C}">
                <a14:useLocalDpi xmlns:a14="http://schemas.microsoft.com/office/drawing/2010/main"/>
              </a:ext>
            </a:extLst>
          </a:blip>
          <a:srcRect/>
          <a:stretch>
            <a:fillRect/>
          </a:stretch>
        </p:blipFill>
        <p:spPr>
          <a:xfrm>
            <a:off x="4741287" y="4306256"/>
            <a:ext cx="1969200" cy="1472100"/>
          </a:xfrm>
        </p:spPr>
      </p:pic>
      <p:pic>
        <p:nvPicPr>
          <p:cNvPr id="51" name="Picture Placeholder 50">
            <a:extLst>
              <a:ext uri="{FF2B5EF4-FFF2-40B4-BE49-F238E27FC236}">
                <a16:creationId xmlns:a16="http://schemas.microsoft.com/office/drawing/2014/main" id="{0B3D6F16-A4AC-644D-EDEC-A6CED9472095}"/>
              </a:ext>
            </a:extLst>
          </p:cNvPr>
          <p:cNvPicPr>
            <a:picLocks noGrp="1" noChangeAspect="1"/>
          </p:cNvPicPr>
          <p:nvPr>
            <p:ph type="pic" sz="quarter" idx="17"/>
          </p:nvPr>
        </p:nvPicPr>
        <p:blipFill>
          <a:blip r:embed="rId6" cstate="print">
            <a:extLst>
              <a:ext uri="{28A0092B-C50C-407E-A947-70E740481C1C}">
                <a14:useLocalDpi xmlns:a14="http://schemas.microsoft.com/office/drawing/2010/main"/>
              </a:ext>
            </a:extLst>
          </a:blip>
          <a:srcRect/>
          <a:stretch>
            <a:fillRect/>
          </a:stretch>
        </p:blipFill>
        <p:spPr>
          <a:xfrm>
            <a:off x="525093" y="4306256"/>
            <a:ext cx="1969200" cy="1472100"/>
          </a:xfrm>
        </p:spPr>
      </p:pic>
      <p:sp>
        <p:nvSpPr>
          <p:cNvPr id="54" name="TextBox 53">
            <a:extLst>
              <a:ext uri="{FF2B5EF4-FFF2-40B4-BE49-F238E27FC236}">
                <a16:creationId xmlns:a16="http://schemas.microsoft.com/office/drawing/2014/main" id="{E1270C6B-8A57-B889-86A2-6A7642867ABC}"/>
              </a:ext>
            </a:extLst>
          </p:cNvPr>
          <p:cNvSpPr txBox="1"/>
          <p:nvPr/>
        </p:nvSpPr>
        <p:spPr>
          <a:xfrm>
            <a:off x="7158820" y="1079644"/>
            <a:ext cx="4546187" cy="707886"/>
          </a:xfrm>
          <a:prstGeom prst="rect">
            <a:avLst/>
          </a:prstGeom>
          <a:noFill/>
        </p:spPr>
        <p:txBody>
          <a:bodyPr wrap="square" rtlCol="0">
            <a:spAutoFit/>
          </a:bodyPr>
          <a:lstStyle/>
          <a:p>
            <a:pPr algn="r" rtl="1"/>
            <a:r>
              <a:rPr lang="fa-IR" sz="4000" dirty="0">
                <a:cs typeface="B Titr" panose="00000700000000000000" pitchFamily="2" charset="-78"/>
              </a:rPr>
              <a:t>عنوان را اینجا بنویسید</a:t>
            </a:r>
            <a:endParaRPr lang="en-US" sz="4000" dirty="0">
              <a:cs typeface="B Titr" panose="00000700000000000000" pitchFamily="2" charset="-78"/>
            </a:endParaRPr>
          </a:p>
        </p:txBody>
      </p:sp>
      <p:sp>
        <p:nvSpPr>
          <p:cNvPr id="55" name="TextBox 54">
            <a:extLst>
              <a:ext uri="{FF2B5EF4-FFF2-40B4-BE49-F238E27FC236}">
                <a16:creationId xmlns:a16="http://schemas.microsoft.com/office/drawing/2014/main" id="{1025F039-B8E5-77E2-5467-26572C24D482}"/>
              </a:ext>
            </a:extLst>
          </p:cNvPr>
          <p:cNvSpPr txBox="1"/>
          <p:nvPr/>
        </p:nvSpPr>
        <p:spPr>
          <a:xfrm>
            <a:off x="7158820" y="1796601"/>
            <a:ext cx="4546187" cy="400110"/>
          </a:xfrm>
          <a:prstGeom prst="rect">
            <a:avLst/>
          </a:prstGeom>
          <a:noFill/>
        </p:spPr>
        <p:txBody>
          <a:bodyPr wrap="square" rtlCol="0">
            <a:spAutoFit/>
          </a:bodyPr>
          <a:lstStyle/>
          <a:p>
            <a:pPr algn="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56" name="TextBox 55">
            <a:extLst>
              <a:ext uri="{FF2B5EF4-FFF2-40B4-BE49-F238E27FC236}">
                <a16:creationId xmlns:a16="http://schemas.microsoft.com/office/drawing/2014/main" id="{1BA45DF9-715A-DAC2-5D98-D8D84670152B}"/>
              </a:ext>
            </a:extLst>
          </p:cNvPr>
          <p:cNvSpPr txBox="1"/>
          <p:nvPr/>
        </p:nvSpPr>
        <p:spPr>
          <a:xfrm>
            <a:off x="7462716" y="2559551"/>
            <a:ext cx="4242290" cy="3046988"/>
          </a:xfrm>
          <a:prstGeom prst="rect">
            <a:avLst/>
          </a:prstGeom>
          <a:noFill/>
        </p:spPr>
        <p:txBody>
          <a:bodyPr wrap="square" rtlCol="0">
            <a:spAutoFit/>
          </a:bodyPr>
          <a:lstStyle/>
          <a:p>
            <a:pPr algn="just" rtl="1"/>
            <a:r>
              <a:rPr lang="fa-IR" sz="16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لورم ایپسوم متن ساختگی با تولید سادگی نامفهوم از صنعت در ارائه راهکارها، و به پایان رسد.</a:t>
            </a:r>
          </a:p>
          <a:p>
            <a:pPr algn="just" rtl="1"/>
            <a:endParaRPr lang="fa-IR" sz="1600" dirty="0">
              <a:latin typeface="IRAN(FaNum)" panose="020B0606030804020204" pitchFamily="34" charset="-78"/>
              <a:cs typeface="IRAN(FaNum)" panose="020B0606030804020204" pitchFamily="34" charset="-78"/>
            </a:endParaRPr>
          </a:p>
          <a:p>
            <a:pPr algn="just" rtl="1"/>
            <a:r>
              <a:rPr lang="fa-IR" sz="1600" dirty="0">
                <a:latin typeface="IRAN(FaNum)" panose="020B0606030804020204" pitchFamily="34" charset="-78"/>
                <a:cs typeface="IRAN(FaNum)" panose="020B0606030804020204" pitchFamily="34" charset="-78"/>
              </a:rPr>
              <a:t>زمان مورد نیازلورم ایپسوم متن ساختگی سوالات طراحی اساسا مورد استفاده زمان مورد نیاز قرار گیرد.</a:t>
            </a:r>
            <a:r>
              <a:rPr lang="en-US" sz="1600" dirty="0">
                <a:latin typeface="IRAN(FaNum)" panose="020B0606030804020204" pitchFamily="34" charset="-78"/>
                <a:cs typeface="IRAN(FaNum)" panose="020B0606030804020204" pitchFamily="34" charset="-78"/>
              </a:rPr>
              <a:t> </a:t>
            </a:r>
            <a:r>
              <a:rPr lang="fa-IR" sz="1600" dirty="0">
                <a:latin typeface="IRAN(FaNum)" panose="020B0606030804020204" pitchFamily="34" charset="-78"/>
                <a:cs typeface="IRAN(FaNum)" panose="020B0606030804020204" pitchFamily="34" charset="-78"/>
              </a:rPr>
              <a:t>جوابگوی سوالات طراحی اساسا مورد استفاده زمان مورد نیاز جوابگوی سوالات طراحی اساسا مورد استفاده زمان مورد نیاز قرار گیرد.</a:t>
            </a:r>
            <a:endParaRPr lang="en-US" sz="1600" dirty="0">
              <a:latin typeface="IRAN(FaNum)" panose="020B0606030804020204" pitchFamily="34" charset="-78"/>
              <a:cs typeface="IRAN(FaNum)" panose="020B0606030804020204" pitchFamily="34" charset="-78"/>
            </a:endParaRPr>
          </a:p>
        </p:txBody>
      </p:sp>
      <p:grpSp>
        <p:nvGrpSpPr>
          <p:cNvPr id="59" name="Group 58">
            <a:extLst>
              <a:ext uri="{FF2B5EF4-FFF2-40B4-BE49-F238E27FC236}">
                <a16:creationId xmlns:a16="http://schemas.microsoft.com/office/drawing/2014/main" id="{4FAD340A-637B-BECE-8D0E-0C420135F492}"/>
              </a:ext>
            </a:extLst>
          </p:cNvPr>
          <p:cNvGrpSpPr/>
          <p:nvPr/>
        </p:nvGrpSpPr>
        <p:grpSpPr>
          <a:xfrm>
            <a:off x="2689736" y="1363971"/>
            <a:ext cx="1856108" cy="847118"/>
            <a:chOff x="3789076" y="5707867"/>
            <a:chExt cx="2306925" cy="847118"/>
          </a:xfrm>
        </p:grpSpPr>
        <p:sp>
          <p:nvSpPr>
            <p:cNvPr id="60" name="TextBox 59">
              <a:extLst>
                <a:ext uri="{FF2B5EF4-FFF2-40B4-BE49-F238E27FC236}">
                  <a16:creationId xmlns:a16="http://schemas.microsoft.com/office/drawing/2014/main" id="{40C6FE88-88CD-BBD9-E998-392362921D8C}"/>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1" name="TextBox 60">
              <a:extLst>
                <a:ext uri="{FF2B5EF4-FFF2-40B4-BE49-F238E27FC236}">
                  <a16:creationId xmlns:a16="http://schemas.microsoft.com/office/drawing/2014/main" id="{2777E391-41CF-ABF7-9F23-C03534CC3522}"/>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2" name="Group 61">
            <a:extLst>
              <a:ext uri="{FF2B5EF4-FFF2-40B4-BE49-F238E27FC236}">
                <a16:creationId xmlns:a16="http://schemas.microsoft.com/office/drawing/2014/main" id="{BA49DBF0-5EE6-51EF-0C52-64326D1A1E8E}"/>
              </a:ext>
            </a:extLst>
          </p:cNvPr>
          <p:cNvGrpSpPr/>
          <p:nvPr/>
        </p:nvGrpSpPr>
        <p:grpSpPr>
          <a:xfrm>
            <a:off x="2689736" y="4618747"/>
            <a:ext cx="1856108" cy="847118"/>
            <a:chOff x="3789076" y="5707867"/>
            <a:chExt cx="2306925" cy="847118"/>
          </a:xfrm>
        </p:grpSpPr>
        <p:sp>
          <p:nvSpPr>
            <p:cNvPr id="63" name="TextBox 62">
              <a:extLst>
                <a:ext uri="{FF2B5EF4-FFF2-40B4-BE49-F238E27FC236}">
                  <a16:creationId xmlns:a16="http://schemas.microsoft.com/office/drawing/2014/main" id="{F83D2FC8-33C9-F73F-0792-FF4A16C5BEB4}"/>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4" name="TextBox 63">
              <a:extLst>
                <a:ext uri="{FF2B5EF4-FFF2-40B4-BE49-F238E27FC236}">
                  <a16:creationId xmlns:a16="http://schemas.microsoft.com/office/drawing/2014/main" id="{FD760A7F-27E2-7E21-F7CD-15DF9A88BE63}"/>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5" name="Group 64">
            <a:extLst>
              <a:ext uri="{FF2B5EF4-FFF2-40B4-BE49-F238E27FC236}">
                <a16:creationId xmlns:a16="http://schemas.microsoft.com/office/drawing/2014/main" id="{E9CB09D6-F1FE-A0D0-BB00-E84890900854}"/>
              </a:ext>
            </a:extLst>
          </p:cNvPr>
          <p:cNvGrpSpPr/>
          <p:nvPr/>
        </p:nvGrpSpPr>
        <p:grpSpPr>
          <a:xfrm>
            <a:off x="4797833" y="3005441"/>
            <a:ext cx="1856108" cy="847118"/>
            <a:chOff x="3789076" y="5707867"/>
            <a:chExt cx="2306925" cy="847118"/>
          </a:xfrm>
        </p:grpSpPr>
        <p:sp>
          <p:nvSpPr>
            <p:cNvPr id="66" name="TextBox 65">
              <a:extLst>
                <a:ext uri="{FF2B5EF4-FFF2-40B4-BE49-F238E27FC236}">
                  <a16:creationId xmlns:a16="http://schemas.microsoft.com/office/drawing/2014/main" id="{BA043245-2D6F-BF3D-D5AC-D5B15F5C75D4}"/>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67" name="TextBox 66">
              <a:extLst>
                <a:ext uri="{FF2B5EF4-FFF2-40B4-BE49-F238E27FC236}">
                  <a16:creationId xmlns:a16="http://schemas.microsoft.com/office/drawing/2014/main" id="{47DDD80A-83C7-3133-8F2F-200B146C7499}"/>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68" name="Group 67">
            <a:extLst>
              <a:ext uri="{FF2B5EF4-FFF2-40B4-BE49-F238E27FC236}">
                <a16:creationId xmlns:a16="http://schemas.microsoft.com/office/drawing/2014/main" id="{7AA815E3-10B5-5F34-B9E3-5D3DB556E803}"/>
              </a:ext>
            </a:extLst>
          </p:cNvPr>
          <p:cNvGrpSpPr/>
          <p:nvPr/>
        </p:nvGrpSpPr>
        <p:grpSpPr>
          <a:xfrm>
            <a:off x="581639" y="3005441"/>
            <a:ext cx="1856108" cy="847118"/>
            <a:chOff x="3789076" y="5707867"/>
            <a:chExt cx="2306925" cy="847118"/>
          </a:xfrm>
        </p:grpSpPr>
        <p:sp>
          <p:nvSpPr>
            <p:cNvPr id="69" name="TextBox 68">
              <a:extLst>
                <a:ext uri="{FF2B5EF4-FFF2-40B4-BE49-F238E27FC236}">
                  <a16:creationId xmlns:a16="http://schemas.microsoft.com/office/drawing/2014/main" id="{FC3F85B8-98C4-ADFB-F220-84CDABAC9788}"/>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بنویسید</a:t>
              </a:r>
              <a:endParaRPr lang="en-US" sz="2000" dirty="0">
                <a:cs typeface="B Titr" panose="00000700000000000000" pitchFamily="2" charset="-78"/>
              </a:endParaRPr>
            </a:p>
          </p:txBody>
        </p:sp>
        <p:sp>
          <p:nvSpPr>
            <p:cNvPr id="70" name="TextBox 69">
              <a:extLst>
                <a:ext uri="{FF2B5EF4-FFF2-40B4-BE49-F238E27FC236}">
                  <a16:creationId xmlns:a16="http://schemas.microsoft.com/office/drawing/2014/main" id="{8F72ABED-369E-8EAE-44CF-AC09F4E4F7EF}"/>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از مورد استفاده قرار گیرد.</a:t>
              </a:r>
              <a:endParaRPr lang="en-US" sz="1200" dirty="0">
                <a:latin typeface="IRAN(FaNum)" panose="020B0606030804020204" pitchFamily="34" charset="-78"/>
                <a:cs typeface="IRAN(FaNum)" panose="020B0606030804020204" pitchFamily="34" charset="-78"/>
              </a:endParaRPr>
            </a:p>
          </p:txBody>
        </p:sp>
      </p:grpSp>
      <p:pic>
        <p:nvPicPr>
          <p:cNvPr id="4" name="Graphic 3">
            <a:extLst>
              <a:ext uri="{FF2B5EF4-FFF2-40B4-BE49-F238E27FC236}">
                <a16:creationId xmlns:a16="http://schemas.microsoft.com/office/drawing/2014/main" id="{4F136492-D2B0-7E90-D138-1B2967FED4E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524571" flipH="1" flipV="1">
            <a:off x="5342854" y="6188415"/>
            <a:ext cx="1643690" cy="2197265"/>
          </a:xfrm>
          <a:prstGeom prst="rect">
            <a:avLst/>
          </a:prstGeom>
          <a:effectLst>
            <a:outerShdw blurRad="508000" sx="102000" sy="102000" algn="ctr" rotWithShape="0">
              <a:prstClr val="black">
                <a:alpha val="40000"/>
              </a:prstClr>
            </a:outerShdw>
          </a:effectLst>
        </p:spPr>
      </p:pic>
      <p:pic>
        <p:nvPicPr>
          <p:cNvPr id="3" name="Graphic 2">
            <a:extLst>
              <a:ext uri="{FF2B5EF4-FFF2-40B4-BE49-F238E27FC236}">
                <a16:creationId xmlns:a16="http://schemas.microsoft.com/office/drawing/2014/main" id="{671E2E0A-122F-B59A-B37A-D00E895B53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524571" flipH="1" flipV="1">
            <a:off x="6343960" y="5729249"/>
            <a:ext cx="2491303" cy="3330343"/>
          </a:xfrm>
          <a:prstGeom prst="rect">
            <a:avLst/>
          </a:prstGeom>
          <a:effectLst>
            <a:outerShdw blurRad="508000" sx="102000" sy="102000" algn="ctr" rotWithShape="0">
              <a:prstClr val="black">
                <a:alpha val="40000"/>
              </a:prstClr>
            </a:outerShdw>
          </a:effectLst>
        </p:spPr>
      </p:pic>
      <p:pic>
        <p:nvPicPr>
          <p:cNvPr id="5" name="Graphic 4">
            <a:extLst>
              <a:ext uri="{FF2B5EF4-FFF2-40B4-BE49-F238E27FC236}">
                <a16:creationId xmlns:a16="http://schemas.microsoft.com/office/drawing/2014/main" id="{83E55E74-C99A-B458-FA1B-9F25D96765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5904215" flipH="1" flipV="1">
            <a:off x="-1531677" y="5643114"/>
            <a:ext cx="2450674" cy="3276030"/>
          </a:xfrm>
          <a:prstGeom prst="rect">
            <a:avLst/>
          </a:prstGeom>
          <a:effectLst>
            <a:outerShdw blurRad="508000" sx="102000" sy="102000" algn="ctr" rotWithShape="0">
              <a:prstClr val="black">
                <a:alpha val="40000"/>
              </a:prstClr>
            </a:outerShdw>
          </a:effectLst>
        </p:spPr>
      </p:pic>
      <p:sp>
        <p:nvSpPr>
          <p:cNvPr id="13" name="Slide Number Placeholder 12">
            <a:extLst>
              <a:ext uri="{FF2B5EF4-FFF2-40B4-BE49-F238E27FC236}">
                <a16:creationId xmlns:a16="http://schemas.microsoft.com/office/drawing/2014/main" id="{148A83B5-7121-C39F-8E9A-C7ABE91CFA3F}"/>
              </a:ext>
            </a:extLst>
          </p:cNvPr>
          <p:cNvSpPr>
            <a:spLocks noGrp="1"/>
          </p:cNvSpPr>
          <p:nvPr>
            <p:ph type="sldNum" sz="quarter" idx="4"/>
          </p:nvPr>
        </p:nvSpPr>
        <p:spPr/>
        <p:txBody>
          <a:bodyPr/>
          <a:lstStyle/>
          <a:p>
            <a:fld id="{0262F45B-057E-45F1-BF75-BEAC56186E37}" type="slidenum">
              <a:rPr lang="en-US" smtClean="0"/>
              <a:pPr/>
              <a:t>10</a:t>
            </a:fld>
            <a:endParaRPr lang="en-US" dirty="0"/>
          </a:p>
        </p:txBody>
      </p:sp>
    </p:spTree>
    <p:extLst>
      <p:ext uri="{BB962C8B-B14F-4D97-AF65-F5344CB8AC3E}">
        <p14:creationId xmlns:p14="http://schemas.microsoft.com/office/powerpoint/2010/main" val="853180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Rectangle: Rounded Corners 262">
            <a:extLst>
              <a:ext uri="{FF2B5EF4-FFF2-40B4-BE49-F238E27FC236}">
                <a16:creationId xmlns:a16="http://schemas.microsoft.com/office/drawing/2014/main" id="{60BA2CA2-E38D-5521-ACBC-3D6195251961}"/>
              </a:ext>
            </a:extLst>
          </p:cNvPr>
          <p:cNvSpPr/>
          <p:nvPr/>
        </p:nvSpPr>
        <p:spPr>
          <a:xfrm>
            <a:off x="7550377" y="4322536"/>
            <a:ext cx="3872366" cy="2136041"/>
          </a:xfrm>
          <a:prstGeom prst="roundRect">
            <a:avLst>
              <a:gd name="adj" fmla="val 5675"/>
            </a:avLst>
          </a:prstGeom>
          <a:solidFill>
            <a:srgbClr val="92A08C"/>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262" name="Rectangle: Rounded Corners 261">
            <a:extLst>
              <a:ext uri="{FF2B5EF4-FFF2-40B4-BE49-F238E27FC236}">
                <a16:creationId xmlns:a16="http://schemas.microsoft.com/office/drawing/2014/main" id="{695C041F-54D1-6460-C643-6628884735A2}"/>
              </a:ext>
            </a:extLst>
          </p:cNvPr>
          <p:cNvSpPr/>
          <p:nvPr/>
        </p:nvSpPr>
        <p:spPr>
          <a:xfrm>
            <a:off x="7550377" y="1100365"/>
            <a:ext cx="3872366" cy="2136041"/>
          </a:xfrm>
          <a:prstGeom prst="roundRect">
            <a:avLst>
              <a:gd name="adj" fmla="val 5675"/>
            </a:avLst>
          </a:prstGeom>
          <a:solidFill>
            <a:srgbClr val="CDE1F3"/>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260" name="Rectangle: Rounded Corners 259">
            <a:extLst>
              <a:ext uri="{FF2B5EF4-FFF2-40B4-BE49-F238E27FC236}">
                <a16:creationId xmlns:a16="http://schemas.microsoft.com/office/drawing/2014/main" id="{A2E448A4-3840-A452-8310-220F15129BA5}"/>
              </a:ext>
            </a:extLst>
          </p:cNvPr>
          <p:cNvSpPr/>
          <p:nvPr/>
        </p:nvSpPr>
        <p:spPr>
          <a:xfrm>
            <a:off x="769258" y="4354286"/>
            <a:ext cx="3872366" cy="2136041"/>
          </a:xfrm>
          <a:prstGeom prst="roundRect">
            <a:avLst>
              <a:gd name="adj" fmla="val 5675"/>
            </a:avLst>
          </a:prstGeom>
          <a:solidFill>
            <a:srgbClr val="EFD9D1"/>
          </a:solidFill>
          <a:ln>
            <a:noFill/>
          </a:ln>
        </p:spPr>
        <p:txBody>
          <a:bodyPr spcFirstLastPara="1" wrap="square" lIns="91425" tIns="91425" rIns="91425" bIns="91425" anchor="ctr" anchorCtr="0">
            <a:noAutofit/>
          </a:bodyPr>
          <a:lstStyle/>
          <a:p>
            <a:endParaRPr lang="en-US" sz="700">
              <a:solidFill>
                <a:srgbClr val="DB3862"/>
              </a:solidFill>
            </a:endParaRPr>
          </a:p>
        </p:txBody>
      </p:sp>
      <p:pic>
        <p:nvPicPr>
          <p:cNvPr id="261" name="Graphic 260">
            <a:extLst>
              <a:ext uri="{FF2B5EF4-FFF2-40B4-BE49-F238E27FC236}">
                <a16:creationId xmlns:a16="http://schemas.microsoft.com/office/drawing/2014/main" id="{F8BE452A-29CA-7F61-D985-4BB4BA0121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0890" y="897164"/>
            <a:ext cx="9515475" cy="6076950"/>
          </a:xfrm>
          <a:prstGeom prst="rect">
            <a:avLst/>
          </a:prstGeom>
        </p:spPr>
      </p:pic>
      <p:sp>
        <p:nvSpPr>
          <p:cNvPr id="265" name="TextBox 264">
            <a:extLst>
              <a:ext uri="{FF2B5EF4-FFF2-40B4-BE49-F238E27FC236}">
                <a16:creationId xmlns:a16="http://schemas.microsoft.com/office/drawing/2014/main" id="{1ABFE0C5-84DE-84B0-924A-8718A188518E}"/>
              </a:ext>
            </a:extLst>
          </p:cNvPr>
          <p:cNvSpPr txBox="1"/>
          <p:nvPr/>
        </p:nvSpPr>
        <p:spPr>
          <a:xfrm>
            <a:off x="9008591" y="1250929"/>
            <a:ext cx="2306924"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66" name="TextBox 265">
            <a:extLst>
              <a:ext uri="{FF2B5EF4-FFF2-40B4-BE49-F238E27FC236}">
                <a16:creationId xmlns:a16="http://schemas.microsoft.com/office/drawing/2014/main" id="{25A2FCE2-B294-2F1F-7F82-5DDEFC9515E2}"/>
              </a:ext>
            </a:extLst>
          </p:cNvPr>
          <p:cNvSpPr txBox="1"/>
          <p:nvPr/>
        </p:nvSpPr>
        <p:spPr>
          <a:xfrm>
            <a:off x="9326880" y="1720286"/>
            <a:ext cx="1988636"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68" name="TextBox 267">
            <a:extLst>
              <a:ext uri="{FF2B5EF4-FFF2-40B4-BE49-F238E27FC236}">
                <a16:creationId xmlns:a16="http://schemas.microsoft.com/office/drawing/2014/main" id="{7A5AEA03-FF5F-B76B-1C78-78327D7B1DA4}"/>
              </a:ext>
            </a:extLst>
          </p:cNvPr>
          <p:cNvSpPr txBox="1"/>
          <p:nvPr/>
        </p:nvSpPr>
        <p:spPr>
          <a:xfrm>
            <a:off x="9008591" y="4490252"/>
            <a:ext cx="2306924"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71" name="TextBox 270">
            <a:extLst>
              <a:ext uri="{FF2B5EF4-FFF2-40B4-BE49-F238E27FC236}">
                <a16:creationId xmlns:a16="http://schemas.microsoft.com/office/drawing/2014/main" id="{FFBE3982-238C-B1BD-37A5-691713ABAEB9}"/>
              </a:ext>
            </a:extLst>
          </p:cNvPr>
          <p:cNvSpPr txBox="1"/>
          <p:nvPr/>
        </p:nvSpPr>
        <p:spPr>
          <a:xfrm>
            <a:off x="960890" y="4490252"/>
            <a:ext cx="2306924"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73" name="TextBox 272">
            <a:extLst>
              <a:ext uri="{FF2B5EF4-FFF2-40B4-BE49-F238E27FC236}">
                <a16:creationId xmlns:a16="http://schemas.microsoft.com/office/drawing/2014/main" id="{53C35032-E509-350B-7E28-E826E5AE667B}"/>
              </a:ext>
            </a:extLst>
          </p:cNvPr>
          <p:cNvSpPr txBox="1"/>
          <p:nvPr/>
        </p:nvSpPr>
        <p:spPr>
          <a:xfrm>
            <a:off x="9326880" y="2403309"/>
            <a:ext cx="1988634"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74" name="TextBox 273">
            <a:extLst>
              <a:ext uri="{FF2B5EF4-FFF2-40B4-BE49-F238E27FC236}">
                <a16:creationId xmlns:a16="http://schemas.microsoft.com/office/drawing/2014/main" id="{1B80FF6A-3738-FE60-80B3-D4B2DFA4F82C}"/>
              </a:ext>
            </a:extLst>
          </p:cNvPr>
          <p:cNvSpPr txBox="1"/>
          <p:nvPr/>
        </p:nvSpPr>
        <p:spPr>
          <a:xfrm>
            <a:off x="9326880" y="4960740"/>
            <a:ext cx="1988636"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75" name="TextBox 274">
            <a:extLst>
              <a:ext uri="{FF2B5EF4-FFF2-40B4-BE49-F238E27FC236}">
                <a16:creationId xmlns:a16="http://schemas.microsoft.com/office/drawing/2014/main" id="{7EDF9FCF-4263-DFE6-99AA-E42A0B2A9838}"/>
              </a:ext>
            </a:extLst>
          </p:cNvPr>
          <p:cNvSpPr txBox="1"/>
          <p:nvPr/>
        </p:nvSpPr>
        <p:spPr>
          <a:xfrm>
            <a:off x="9326880" y="5643763"/>
            <a:ext cx="1988634"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76" name="TextBox 275">
            <a:extLst>
              <a:ext uri="{FF2B5EF4-FFF2-40B4-BE49-F238E27FC236}">
                <a16:creationId xmlns:a16="http://schemas.microsoft.com/office/drawing/2014/main" id="{7D2D3CA2-65DF-D43B-3448-3832B2D706A5}"/>
              </a:ext>
            </a:extLst>
          </p:cNvPr>
          <p:cNvSpPr txBox="1"/>
          <p:nvPr/>
        </p:nvSpPr>
        <p:spPr>
          <a:xfrm>
            <a:off x="960890" y="496074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77" name="TextBox 276">
            <a:extLst>
              <a:ext uri="{FF2B5EF4-FFF2-40B4-BE49-F238E27FC236}">
                <a16:creationId xmlns:a16="http://schemas.microsoft.com/office/drawing/2014/main" id="{781F48B3-ED08-235F-8A9B-2CA417D5C7D0}"/>
              </a:ext>
            </a:extLst>
          </p:cNvPr>
          <p:cNvSpPr txBox="1"/>
          <p:nvPr/>
        </p:nvSpPr>
        <p:spPr>
          <a:xfrm>
            <a:off x="960890" y="5492783"/>
            <a:ext cx="2306922"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78" name="Rectangle: Rounded Corners 277">
            <a:extLst>
              <a:ext uri="{FF2B5EF4-FFF2-40B4-BE49-F238E27FC236}">
                <a16:creationId xmlns:a16="http://schemas.microsoft.com/office/drawing/2014/main" id="{FF9C06B0-7B9B-E20C-5465-47285A2B8ED7}"/>
              </a:ext>
            </a:extLst>
          </p:cNvPr>
          <p:cNvSpPr/>
          <p:nvPr/>
        </p:nvSpPr>
        <p:spPr>
          <a:xfrm>
            <a:off x="4031497" y="4746341"/>
            <a:ext cx="288448" cy="288042"/>
          </a:xfrm>
          <a:prstGeom prst="roundRect">
            <a:avLst>
              <a:gd name="adj" fmla="val 5675"/>
            </a:avLst>
          </a:prstGeom>
          <a:solidFill>
            <a:schemeClr val="bg1"/>
          </a:solidFill>
          <a:ln>
            <a:noFill/>
          </a:ln>
        </p:spPr>
        <p:txBody>
          <a:bodyPr spcFirstLastPara="1" wrap="square" lIns="91425" tIns="91425" rIns="91425" bIns="91425" anchor="ctr" anchorCtr="0">
            <a:noAutofit/>
          </a:bodyPr>
          <a:lstStyle/>
          <a:p>
            <a:endParaRPr lang="en-US" sz="700">
              <a:solidFill>
                <a:srgbClr val="DB3862"/>
              </a:solidFill>
            </a:endParaRPr>
          </a:p>
        </p:txBody>
      </p:sp>
      <p:sp>
        <p:nvSpPr>
          <p:cNvPr id="279" name="Rectangle: Rounded Corners 278">
            <a:extLst>
              <a:ext uri="{FF2B5EF4-FFF2-40B4-BE49-F238E27FC236}">
                <a16:creationId xmlns:a16="http://schemas.microsoft.com/office/drawing/2014/main" id="{01C317E1-7E63-0EE4-2F4B-9C190826B01C}"/>
              </a:ext>
            </a:extLst>
          </p:cNvPr>
          <p:cNvSpPr/>
          <p:nvPr/>
        </p:nvSpPr>
        <p:spPr>
          <a:xfrm>
            <a:off x="8787934" y="5246535"/>
            <a:ext cx="288448" cy="288042"/>
          </a:xfrm>
          <a:prstGeom prst="roundRect">
            <a:avLst>
              <a:gd name="adj" fmla="val 5675"/>
            </a:avLst>
          </a:prstGeom>
          <a:solidFill>
            <a:schemeClr val="bg1"/>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280" name="Rectangle: Rounded Corners 279">
            <a:extLst>
              <a:ext uri="{FF2B5EF4-FFF2-40B4-BE49-F238E27FC236}">
                <a16:creationId xmlns:a16="http://schemas.microsoft.com/office/drawing/2014/main" id="{D3E940A6-DC67-F01D-3D5B-0161BC527ABE}"/>
              </a:ext>
            </a:extLst>
          </p:cNvPr>
          <p:cNvSpPr/>
          <p:nvPr/>
        </p:nvSpPr>
        <p:spPr>
          <a:xfrm>
            <a:off x="7743824" y="2582453"/>
            <a:ext cx="288448" cy="288042"/>
          </a:xfrm>
          <a:prstGeom prst="roundRect">
            <a:avLst>
              <a:gd name="adj" fmla="val 5675"/>
            </a:avLst>
          </a:prstGeom>
          <a:solidFill>
            <a:schemeClr val="bg1"/>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281" name="TextBox 280">
            <a:extLst>
              <a:ext uri="{FF2B5EF4-FFF2-40B4-BE49-F238E27FC236}">
                <a16:creationId xmlns:a16="http://schemas.microsoft.com/office/drawing/2014/main" id="{2D3273FD-5F8E-A2FB-03C9-F995426E284E}"/>
              </a:ext>
            </a:extLst>
          </p:cNvPr>
          <p:cNvSpPr txBox="1"/>
          <p:nvPr/>
        </p:nvSpPr>
        <p:spPr>
          <a:xfrm>
            <a:off x="-90480" y="195666"/>
            <a:ext cx="6186480" cy="707886"/>
          </a:xfrm>
          <a:prstGeom prst="rect">
            <a:avLst/>
          </a:prstGeom>
          <a:noFill/>
        </p:spPr>
        <p:txBody>
          <a:bodyPr wrap="square" rtlCol="0">
            <a:spAutoFit/>
          </a:bodyPr>
          <a:lstStyle/>
          <a:p>
            <a:pPr algn="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282" name="TextBox 281">
            <a:extLst>
              <a:ext uri="{FF2B5EF4-FFF2-40B4-BE49-F238E27FC236}">
                <a16:creationId xmlns:a16="http://schemas.microsoft.com/office/drawing/2014/main" id="{88937A7B-22D9-F505-5DF0-6ACA8303FB83}"/>
              </a:ext>
            </a:extLst>
          </p:cNvPr>
          <p:cNvSpPr txBox="1"/>
          <p:nvPr/>
        </p:nvSpPr>
        <p:spPr>
          <a:xfrm>
            <a:off x="-90480" y="912623"/>
            <a:ext cx="6186480" cy="400110"/>
          </a:xfrm>
          <a:prstGeom prst="rect">
            <a:avLst/>
          </a:prstGeom>
          <a:noFill/>
        </p:spPr>
        <p:txBody>
          <a:bodyPr wrap="square" rtlCol="0">
            <a:spAutoFit/>
          </a:bodyPr>
          <a:lstStyle/>
          <a:p>
            <a:pPr algn="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6" name="Slide Number Placeholder 5">
            <a:extLst>
              <a:ext uri="{FF2B5EF4-FFF2-40B4-BE49-F238E27FC236}">
                <a16:creationId xmlns:a16="http://schemas.microsoft.com/office/drawing/2014/main" id="{463E66C5-488A-7C1A-9013-87925356DBD4}"/>
              </a:ext>
            </a:extLst>
          </p:cNvPr>
          <p:cNvSpPr>
            <a:spLocks noGrp="1"/>
          </p:cNvSpPr>
          <p:nvPr>
            <p:ph type="sldNum" sz="quarter" idx="4"/>
          </p:nvPr>
        </p:nvSpPr>
        <p:spPr/>
        <p:txBody>
          <a:bodyPr/>
          <a:lstStyle/>
          <a:p>
            <a:fld id="{0262F45B-057E-45F1-BF75-BEAC56186E37}" type="slidenum">
              <a:rPr lang="en-US" smtClean="0"/>
              <a:pPr/>
              <a:t>11</a:t>
            </a:fld>
            <a:endParaRPr lang="en-US" dirty="0"/>
          </a:p>
        </p:txBody>
      </p:sp>
    </p:spTree>
    <p:extLst>
      <p:ext uri="{BB962C8B-B14F-4D97-AF65-F5344CB8AC3E}">
        <p14:creationId xmlns:p14="http://schemas.microsoft.com/office/powerpoint/2010/main" val="2972065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4449ED4-0D70-9619-6FE6-07AFA3B0888F}"/>
              </a:ext>
            </a:extLst>
          </p:cNvPr>
          <p:cNvSpPr/>
          <p:nvPr/>
        </p:nvSpPr>
        <p:spPr>
          <a:xfrm>
            <a:off x="8625346" y="1347316"/>
            <a:ext cx="1273395" cy="4969909"/>
          </a:xfrm>
          <a:prstGeom prst="roundRect">
            <a:avLst>
              <a:gd name="adj" fmla="val 14480"/>
            </a:avLst>
          </a:prstGeom>
          <a:solidFill>
            <a:srgbClr val="CDE1F3">
              <a:alpha val="70000"/>
            </a:srgbClr>
          </a:solidFill>
          <a:ln>
            <a:noFill/>
          </a:ln>
        </p:spPr>
        <p:txBody>
          <a:bodyPr spcFirstLastPara="1" wrap="square" lIns="91425" tIns="91425" rIns="91425" bIns="91425" anchor="ctr" anchorCtr="0">
            <a:noAutofit/>
          </a:bodyPr>
          <a:lstStyle/>
          <a:p>
            <a:endParaRPr lang="en-US" sz="700">
              <a:solidFill>
                <a:srgbClr val="DB3862"/>
              </a:solidFill>
            </a:endParaRPr>
          </a:p>
        </p:txBody>
      </p:sp>
      <p:graphicFrame>
        <p:nvGraphicFramePr>
          <p:cNvPr id="2" name="Google Shape;374;p40">
            <a:extLst>
              <a:ext uri="{FF2B5EF4-FFF2-40B4-BE49-F238E27FC236}">
                <a16:creationId xmlns:a16="http://schemas.microsoft.com/office/drawing/2014/main" id="{1CB2FA27-4FF7-071B-4A5B-AADAE16C0E39}"/>
              </a:ext>
            </a:extLst>
          </p:cNvPr>
          <p:cNvGraphicFramePr/>
          <p:nvPr>
            <p:extLst>
              <p:ext uri="{D42A27DB-BD31-4B8C-83A1-F6EECF244321}">
                <p14:modId xmlns:p14="http://schemas.microsoft.com/office/powerpoint/2010/main" val="3527110369"/>
              </p:ext>
            </p:extLst>
          </p:nvPr>
        </p:nvGraphicFramePr>
        <p:xfrm>
          <a:off x="2147289" y="2554515"/>
          <a:ext cx="7897421" cy="3584032"/>
        </p:xfrm>
        <a:graphic>
          <a:graphicData uri="http://schemas.openxmlformats.org/drawingml/2006/table">
            <a:tbl>
              <a:tblPr rtl="1" firstRow="1" bandRow="1">
                <a:noFill/>
              </a:tblPr>
              <a:tblGrid>
                <a:gridCol w="1543756">
                  <a:extLst>
                    <a:ext uri="{9D8B030D-6E8A-4147-A177-3AD203B41FA5}">
                      <a16:colId xmlns:a16="http://schemas.microsoft.com/office/drawing/2014/main" val="20000"/>
                    </a:ext>
                  </a:extLst>
                </a:gridCol>
                <a:gridCol w="2121027">
                  <a:extLst>
                    <a:ext uri="{9D8B030D-6E8A-4147-A177-3AD203B41FA5}">
                      <a16:colId xmlns:a16="http://schemas.microsoft.com/office/drawing/2014/main" val="20001"/>
                    </a:ext>
                  </a:extLst>
                </a:gridCol>
                <a:gridCol w="2004544">
                  <a:extLst>
                    <a:ext uri="{9D8B030D-6E8A-4147-A177-3AD203B41FA5}">
                      <a16:colId xmlns:a16="http://schemas.microsoft.com/office/drawing/2014/main" val="20002"/>
                    </a:ext>
                  </a:extLst>
                </a:gridCol>
                <a:gridCol w="2228094">
                  <a:extLst>
                    <a:ext uri="{9D8B030D-6E8A-4147-A177-3AD203B41FA5}">
                      <a16:colId xmlns:a16="http://schemas.microsoft.com/office/drawing/2014/main" val="20003"/>
                    </a:ext>
                  </a:extLst>
                </a:gridCol>
              </a:tblGrid>
              <a:tr h="696685">
                <a:tc>
                  <a:txBody>
                    <a:bodyPr/>
                    <a:lstStyle/>
                    <a:p>
                      <a:pPr marL="0" marR="0" lvl="0" indent="0" algn="r" rtl="1">
                        <a:lnSpc>
                          <a:spcPct val="100000"/>
                        </a:lnSpc>
                        <a:spcBef>
                          <a:spcPts val="0"/>
                        </a:spcBef>
                        <a:spcAft>
                          <a:spcPts val="0"/>
                        </a:spcAft>
                        <a:buNone/>
                      </a:pPr>
                      <a:endParaRPr sz="2100" u="none" strike="noStrike" cap="none" dirty="0">
                        <a:solidFill>
                          <a:schemeClr val="tx1"/>
                        </a:solidFill>
                        <a:latin typeface="Times New Roman"/>
                        <a:ea typeface="Times New Roman"/>
                        <a:cs typeface="Times New Roman"/>
                        <a:sym typeface="Times New Roman"/>
                      </a:endParaRPr>
                    </a:p>
                  </a:txBody>
                  <a:tcPr marL="0" marR="0" marT="0" marB="0">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lvl="0" indent="0" algn="ctr" rtl="1">
                        <a:lnSpc>
                          <a:spcPct val="100000"/>
                        </a:lnSpc>
                        <a:spcBef>
                          <a:spcPts val="0"/>
                        </a:spcBef>
                        <a:spcAft>
                          <a:spcPts val="0"/>
                        </a:spcAft>
                        <a:buNone/>
                      </a:pPr>
                      <a:r>
                        <a:rPr lang="fa-IR" sz="2400" u="none" strike="noStrike" cap="none" dirty="0">
                          <a:solidFill>
                            <a:schemeClr val="tx1"/>
                          </a:solidFill>
                          <a:latin typeface="Oswald"/>
                          <a:ea typeface="Oswald"/>
                          <a:cs typeface="B Titr" panose="00000700000000000000" pitchFamily="2" charset="-78"/>
                          <a:sym typeface="Oswald"/>
                        </a:rPr>
                        <a:t>عنوان را بنویسید</a:t>
                      </a:r>
                      <a:endParaRPr sz="2000" u="none" strike="noStrike" cap="none" dirty="0">
                        <a:solidFill>
                          <a:schemeClr val="tx1"/>
                        </a:solidFill>
                        <a:latin typeface="Oswald"/>
                        <a:ea typeface="Oswald"/>
                        <a:cs typeface="B Titr" panose="00000700000000000000" pitchFamily="2" charset="-78"/>
                        <a:sym typeface="Oswald"/>
                      </a:endParaRPr>
                    </a:p>
                  </a:txBody>
                  <a:tcPr marL="0" marR="0" marT="184418" marB="0">
                    <a:solidFill>
                      <a:srgbClr val="C7E1B5"/>
                    </a:solidFill>
                  </a:tcPr>
                </a:tc>
                <a:tc>
                  <a:txBody>
                    <a:bodyPr/>
                    <a:lstStyle/>
                    <a:p>
                      <a:pPr marL="0" marR="0" lvl="0" indent="0" algn="ctr" defTabSz="914400" rtl="1" eaLnBrk="1" latinLnBrk="0" hangingPunct="1">
                        <a:lnSpc>
                          <a:spcPct val="100000"/>
                        </a:lnSpc>
                        <a:spcBef>
                          <a:spcPts val="0"/>
                        </a:spcBef>
                        <a:spcAft>
                          <a:spcPts val="0"/>
                        </a:spcAft>
                        <a:buNone/>
                      </a:pPr>
                      <a:r>
                        <a:rPr lang="fa-IR" sz="2400" u="none" strike="noStrike" kern="1200" cap="none" dirty="0">
                          <a:solidFill>
                            <a:schemeClr val="tx1"/>
                          </a:solidFill>
                          <a:latin typeface="Oswald"/>
                          <a:ea typeface="Oswald"/>
                          <a:cs typeface="B Titr" panose="00000700000000000000" pitchFamily="2" charset="-78"/>
                          <a:sym typeface="Oswald"/>
                        </a:rPr>
                        <a:t>عنوان را بنویسید</a:t>
                      </a:r>
                    </a:p>
                  </a:txBody>
                  <a:tcPr marL="0" marR="0" marT="184418" marB="0">
                    <a:solidFill>
                      <a:srgbClr val="C7E1B5"/>
                    </a:solidFill>
                  </a:tcPr>
                </a:tc>
                <a:tc>
                  <a:txBody>
                    <a:bodyPr/>
                    <a:lstStyle/>
                    <a:p>
                      <a:pPr marL="0" marR="0" lvl="0" indent="0" algn="ctr" defTabSz="914400" rtl="1" eaLnBrk="1" latinLnBrk="0" hangingPunct="1">
                        <a:lnSpc>
                          <a:spcPct val="100000"/>
                        </a:lnSpc>
                        <a:spcBef>
                          <a:spcPts val="0"/>
                        </a:spcBef>
                        <a:spcAft>
                          <a:spcPts val="0"/>
                        </a:spcAft>
                        <a:buNone/>
                      </a:pPr>
                      <a:r>
                        <a:rPr lang="fa-IR" sz="2400" u="none" strike="noStrike" kern="1200" cap="none" dirty="0">
                          <a:solidFill>
                            <a:schemeClr val="tx1"/>
                          </a:solidFill>
                          <a:latin typeface="Oswald"/>
                          <a:ea typeface="Oswald"/>
                          <a:cs typeface="B Titr" panose="00000700000000000000" pitchFamily="2" charset="-78"/>
                          <a:sym typeface="Oswald"/>
                        </a:rPr>
                        <a:t>عنوان را بنویسید</a:t>
                      </a:r>
                    </a:p>
                  </a:txBody>
                  <a:tcPr marL="0" marR="0" marT="184418" marB="0">
                    <a:solidFill>
                      <a:srgbClr val="C7E1B5"/>
                    </a:solidFill>
                  </a:tcPr>
                </a:tc>
                <a:extLst>
                  <a:ext uri="{0D108BD9-81ED-4DB2-BD59-A6C34878D82A}">
                    <a16:rowId xmlns:a16="http://schemas.microsoft.com/office/drawing/2014/main" val="10000"/>
                  </a:ext>
                </a:extLst>
              </a:tr>
              <a:tr h="962449">
                <a:tc>
                  <a:txBody>
                    <a:bodyPr/>
                    <a:lstStyle/>
                    <a:p>
                      <a:pPr marL="0" marR="0" lvl="0" indent="0" algn="r" rtl="1">
                        <a:lnSpc>
                          <a:spcPct val="100000"/>
                        </a:lnSpc>
                        <a:spcBef>
                          <a:spcPts val="0"/>
                        </a:spcBef>
                        <a:spcAft>
                          <a:spcPts val="0"/>
                        </a:spcAft>
                        <a:buNone/>
                      </a:pPr>
                      <a:endParaRPr sz="1900" u="none" strike="noStrike" cap="none" dirty="0">
                        <a:solidFill>
                          <a:schemeClr val="tx1"/>
                        </a:solidFill>
                        <a:latin typeface="Oswald"/>
                        <a:ea typeface="Oswald"/>
                        <a:cs typeface="Oswald"/>
                        <a:sym typeface="Oswald"/>
                      </a:endParaRPr>
                    </a:p>
                    <a:p>
                      <a:pPr marL="12700" marR="0" lvl="0" indent="0" algn="ctr" rtl="1">
                        <a:lnSpc>
                          <a:spcPct val="100000"/>
                        </a:lnSpc>
                        <a:spcBef>
                          <a:spcPts val="0"/>
                        </a:spcBef>
                        <a:spcAft>
                          <a:spcPts val="0"/>
                        </a:spcAft>
                        <a:buNone/>
                      </a:pPr>
                      <a:r>
                        <a:rPr lang="fa-IR" sz="2400" u="none" strike="noStrike" kern="1200" cap="none" dirty="0">
                          <a:solidFill>
                            <a:schemeClr val="tx1"/>
                          </a:solidFill>
                          <a:latin typeface="Oswald"/>
                          <a:ea typeface="Oswald"/>
                          <a:cs typeface="B Titr" panose="00000700000000000000" pitchFamily="2" charset="-78"/>
                          <a:sym typeface="Oswald"/>
                        </a:rPr>
                        <a:t>عنوان</a:t>
                      </a:r>
                      <a:endParaRPr sz="2400" u="none" strike="noStrike" kern="1200" cap="none" dirty="0">
                        <a:solidFill>
                          <a:schemeClr val="tx1"/>
                        </a:solidFill>
                        <a:latin typeface="Oswald"/>
                        <a:ea typeface="Oswald"/>
                        <a:cs typeface="B Titr" panose="00000700000000000000" pitchFamily="2" charset="-78"/>
                        <a:sym typeface="Oswald"/>
                      </a:endParaRPr>
                    </a:p>
                  </a:txBody>
                  <a:tcPr marL="0" marR="0" marT="5302" marB="0">
                    <a:no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0" lvl="0" indent="0" algn="ctr" rtl="1">
                        <a:lnSpc>
                          <a:spcPct val="100000"/>
                        </a:lnSpc>
                        <a:spcBef>
                          <a:spcPts val="600"/>
                        </a:spcBef>
                        <a:spcAft>
                          <a:spcPts val="0"/>
                        </a:spcAft>
                        <a:buNone/>
                      </a:pPr>
                      <a:r>
                        <a:rPr lang="en-US"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1.22</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B w="9525" cap="flat" cmpd="sng">
                      <a:solidFill>
                        <a:srgbClr val="727176"/>
                      </a:solidFill>
                      <a:prstDash val="solid"/>
                      <a:round/>
                      <a:headEnd type="none" w="sm" len="sm"/>
                      <a:tailEnd type="none" w="sm" len="sm"/>
                    </a:lnB>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2780" marR="0" lvl="0" indent="0" algn="ctr" rtl="1">
                        <a:lnSpc>
                          <a:spcPct val="100000"/>
                        </a:lnSpc>
                        <a:spcBef>
                          <a:spcPts val="600"/>
                        </a:spcBef>
                        <a:spcAft>
                          <a:spcPts val="0"/>
                        </a:spcAft>
                        <a:buNone/>
                      </a:pPr>
                      <a:r>
                        <a:rPr lang="en-US"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1.35</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B w="9525" cap="flat" cmpd="sng">
                      <a:solidFill>
                        <a:srgbClr val="727176"/>
                      </a:solidFill>
                      <a:prstDash val="solid"/>
                      <a:round/>
                      <a:headEnd type="none" w="sm" len="sm"/>
                      <a:tailEnd type="none" w="sm" len="sm"/>
                    </a:lnB>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3045"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0.68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B w="9525" cap="flat" cmpd="sng">
                      <a:solidFill>
                        <a:srgbClr val="727176"/>
                      </a:solidFill>
                      <a:prstDash val="solid"/>
                      <a:round/>
                      <a:headEnd type="none" w="sm" len="sm"/>
                      <a:tailEnd type="none" w="sm" len="sm"/>
                    </a:lnB>
                    <a:solidFill>
                      <a:srgbClr val="A9D18E"/>
                    </a:solidFill>
                  </a:tcPr>
                </a:tc>
                <a:extLst>
                  <a:ext uri="{0D108BD9-81ED-4DB2-BD59-A6C34878D82A}">
                    <a16:rowId xmlns:a16="http://schemas.microsoft.com/office/drawing/2014/main" val="10001"/>
                  </a:ext>
                </a:extLst>
              </a:tr>
              <a:tr h="962449">
                <a:tc>
                  <a:txBody>
                    <a:bodyPr/>
                    <a:lstStyle/>
                    <a:p>
                      <a:pPr marL="0" marR="0" lvl="0" indent="0" algn="r" rtl="1">
                        <a:lnSpc>
                          <a:spcPct val="100000"/>
                        </a:lnSpc>
                        <a:spcBef>
                          <a:spcPts val="0"/>
                        </a:spcBef>
                        <a:spcAft>
                          <a:spcPts val="0"/>
                        </a:spcAft>
                        <a:buNone/>
                      </a:pPr>
                      <a:endParaRPr sz="1900" u="none" strike="noStrike" cap="none" dirty="0">
                        <a:solidFill>
                          <a:schemeClr val="tx1"/>
                        </a:solidFill>
                        <a:latin typeface="Oswald"/>
                        <a:ea typeface="Oswald"/>
                        <a:cs typeface="Oswald"/>
                        <a:sym typeface="Oswald"/>
                      </a:endParaRPr>
                    </a:p>
                    <a:p>
                      <a:pPr marL="12700" marR="0" lvl="0" indent="0" algn="ctr" rtl="1">
                        <a:lnSpc>
                          <a:spcPct val="100000"/>
                        </a:lnSpc>
                        <a:spcBef>
                          <a:spcPts val="0"/>
                        </a:spcBef>
                        <a:spcAft>
                          <a:spcPts val="0"/>
                        </a:spcAft>
                        <a:buNone/>
                      </a:pPr>
                      <a:r>
                        <a:rPr lang="fa-IR" sz="2400" u="none" strike="noStrike" kern="1200" cap="none" dirty="0">
                          <a:solidFill>
                            <a:schemeClr val="tx1"/>
                          </a:solidFill>
                          <a:latin typeface="Oswald"/>
                          <a:ea typeface="Oswald"/>
                          <a:cs typeface="B Titr" panose="00000700000000000000" pitchFamily="2" charset="-78"/>
                          <a:sym typeface="Oswald"/>
                        </a:rPr>
                        <a:t>عنوان</a:t>
                      </a:r>
                      <a:endParaRPr sz="2400" u="none" strike="noStrike" kern="1200" cap="none" dirty="0">
                        <a:solidFill>
                          <a:schemeClr val="tx1"/>
                        </a:solidFill>
                        <a:latin typeface="Oswald"/>
                        <a:ea typeface="Oswald"/>
                        <a:cs typeface="B Titr" panose="00000700000000000000" pitchFamily="2" charset="-78"/>
                        <a:sym typeface="Oswald"/>
                      </a:endParaRPr>
                    </a:p>
                  </a:txBody>
                  <a:tcPr marL="0" marR="0" marT="5302" marB="0">
                    <a:no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0"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0.58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lnB w="9525" cap="flat" cmpd="sng">
                      <a:solidFill>
                        <a:srgbClr val="727176"/>
                      </a:solidFill>
                      <a:prstDash val="solid"/>
                      <a:round/>
                      <a:headEnd type="none" w="sm" len="sm"/>
                      <a:tailEnd type="none" w="sm" len="sm"/>
                    </a:lnB>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2780" marR="0"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0.78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lnB w="9525" cap="flat" cmpd="sng">
                      <a:solidFill>
                        <a:srgbClr val="727176"/>
                      </a:solidFill>
                      <a:prstDash val="solid"/>
                      <a:round/>
                      <a:headEnd type="none" w="sm" len="sm"/>
                      <a:tailEnd type="none" w="sm" len="sm"/>
                    </a:lnB>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0"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0.58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lnB w="9525" cap="flat" cmpd="sng">
                      <a:solidFill>
                        <a:srgbClr val="727176"/>
                      </a:solidFill>
                      <a:prstDash val="solid"/>
                      <a:round/>
                      <a:headEnd type="none" w="sm" len="sm"/>
                      <a:tailEnd type="none" w="sm" len="sm"/>
                    </a:lnB>
                    <a:solidFill>
                      <a:srgbClr val="A9D18E"/>
                    </a:solidFill>
                  </a:tcPr>
                </a:tc>
                <a:extLst>
                  <a:ext uri="{0D108BD9-81ED-4DB2-BD59-A6C34878D82A}">
                    <a16:rowId xmlns:a16="http://schemas.microsoft.com/office/drawing/2014/main" val="10002"/>
                  </a:ext>
                </a:extLst>
              </a:tr>
              <a:tr h="962449">
                <a:tc>
                  <a:txBody>
                    <a:bodyPr/>
                    <a:lstStyle/>
                    <a:p>
                      <a:pPr marL="0" marR="0" lvl="0" indent="0" algn="r" rtl="1">
                        <a:lnSpc>
                          <a:spcPct val="100000"/>
                        </a:lnSpc>
                        <a:spcBef>
                          <a:spcPts val="0"/>
                        </a:spcBef>
                        <a:spcAft>
                          <a:spcPts val="0"/>
                        </a:spcAft>
                        <a:buNone/>
                      </a:pPr>
                      <a:endParaRPr sz="1900" u="none" strike="noStrike" cap="none" dirty="0">
                        <a:solidFill>
                          <a:schemeClr val="tx1"/>
                        </a:solidFill>
                        <a:highlight>
                          <a:srgbClr val="CDE1F3"/>
                        </a:highlight>
                        <a:latin typeface="Oswald"/>
                        <a:ea typeface="Oswald"/>
                        <a:cs typeface="Oswald"/>
                        <a:sym typeface="Oswald"/>
                      </a:endParaRPr>
                    </a:p>
                    <a:p>
                      <a:pPr marL="12700" marR="0" lvl="0" indent="0" algn="ctr" rtl="1">
                        <a:lnSpc>
                          <a:spcPct val="100000"/>
                        </a:lnSpc>
                        <a:spcBef>
                          <a:spcPts val="0"/>
                        </a:spcBef>
                        <a:spcAft>
                          <a:spcPts val="0"/>
                        </a:spcAft>
                        <a:buNone/>
                      </a:pPr>
                      <a:r>
                        <a:rPr lang="fa-IR" sz="2400" u="none" strike="noStrike" kern="1200" cap="none" dirty="0">
                          <a:solidFill>
                            <a:schemeClr val="tx1"/>
                          </a:solidFill>
                          <a:latin typeface="Oswald"/>
                          <a:ea typeface="Oswald"/>
                          <a:cs typeface="B Titr" panose="00000700000000000000" pitchFamily="2" charset="-78"/>
                          <a:sym typeface="Oswald"/>
                        </a:rPr>
                        <a:t>عنوان</a:t>
                      </a:r>
                      <a:endParaRPr sz="2400" u="none" strike="noStrike" kern="1200" cap="none" dirty="0">
                        <a:solidFill>
                          <a:schemeClr val="tx1"/>
                        </a:solidFill>
                        <a:latin typeface="Oswald"/>
                        <a:ea typeface="Oswald"/>
                        <a:cs typeface="B Titr" panose="00000700000000000000" pitchFamily="2" charset="-78"/>
                        <a:sym typeface="Oswald"/>
                      </a:endParaRPr>
                    </a:p>
                  </a:txBody>
                  <a:tcPr marL="0" marR="0" marT="5302" marB="0">
                    <a:no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0"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95.8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2780" marR="0"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7.5</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solidFill>
                      <a:srgbClr val="A9D18E"/>
                    </a:solidFill>
                  </a:tcPr>
                </a:tc>
                <a:tc>
                  <a:txBody>
                    <a:bodyPr/>
                    <a:lstStyle/>
                    <a:p>
                      <a:pPr marL="0" marR="0" lvl="0" indent="0" algn="ctr" rtl="1">
                        <a:lnSpc>
                          <a:spcPct val="100000"/>
                        </a:lnSpc>
                        <a:spcBef>
                          <a:spcPts val="0"/>
                        </a:spcBef>
                        <a:spcAft>
                          <a:spcPts val="0"/>
                        </a:spcAft>
                        <a:buNone/>
                      </a:pP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p>
                      <a:pPr marL="0" marR="3045" lvl="0" indent="0" algn="ctr" rtl="1">
                        <a:lnSpc>
                          <a:spcPct val="100000"/>
                        </a:lnSpc>
                        <a:spcBef>
                          <a:spcPts val="600"/>
                        </a:spcBef>
                        <a:spcAft>
                          <a:spcPts val="0"/>
                        </a:spcAft>
                        <a:buNone/>
                      </a:pPr>
                      <a:r>
                        <a:rPr lang="fa-I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rPr>
                        <a:t>1.68</a:t>
                      </a:r>
                      <a:endParaRPr sz="1800" u="none" strike="noStrike" cap="none" dirty="0">
                        <a:solidFill>
                          <a:srgbClr val="525252"/>
                        </a:solidFill>
                        <a:latin typeface="IRAN(FaNum)" panose="020B0606030804020204" pitchFamily="34" charset="-78"/>
                        <a:ea typeface="Roboto Slab"/>
                        <a:cs typeface="IRAN(FaNum)" panose="020B0606030804020204" pitchFamily="34" charset="-78"/>
                        <a:sym typeface="Roboto Slab"/>
                      </a:endParaRPr>
                    </a:p>
                  </a:txBody>
                  <a:tcPr marL="0" marR="0" marT="0" marB="0">
                    <a:lnT w="9525" cap="flat" cmpd="sng">
                      <a:solidFill>
                        <a:srgbClr val="727176"/>
                      </a:solidFill>
                      <a:prstDash val="solid"/>
                      <a:round/>
                      <a:headEnd type="none" w="sm" len="sm"/>
                      <a:tailEnd type="none" w="sm" len="sm"/>
                    </a:lnT>
                    <a:solidFill>
                      <a:srgbClr val="A9D18E"/>
                    </a:solid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82C52545-78E1-177A-A3F4-B33318F61CE7}"/>
              </a:ext>
            </a:extLst>
          </p:cNvPr>
          <p:cNvSpPr txBox="1"/>
          <p:nvPr/>
        </p:nvSpPr>
        <p:spPr>
          <a:xfrm>
            <a:off x="2293079" y="1347315"/>
            <a:ext cx="6186480" cy="707886"/>
          </a:xfrm>
          <a:prstGeom prst="rect">
            <a:avLst/>
          </a:prstGeom>
          <a:noFill/>
        </p:spPr>
        <p:txBody>
          <a:bodyPr wrap="square" rtlCol="0">
            <a:spAutoFit/>
          </a:bodyPr>
          <a:lstStyle/>
          <a:p>
            <a:pPr algn="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6" name="TextBox 5">
            <a:extLst>
              <a:ext uri="{FF2B5EF4-FFF2-40B4-BE49-F238E27FC236}">
                <a16:creationId xmlns:a16="http://schemas.microsoft.com/office/drawing/2014/main" id="{EA275BBC-D7D2-45AB-DB49-97AFA4BD5C20}"/>
              </a:ext>
            </a:extLst>
          </p:cNvPr>
          <p:cNvSpPr txBox="1"/>
          <p:nvPr/>
        </p:nvSpPr>
        <p:spPr>
          <a:xfrm>
            <a:off x="2293079" y="2064272"/>
            <a:ext cx="6186480" cy="400110"/>
          </a:xfrm>
          <a:prstGeom prst="rect">
            <a:avLst/>
          </a:prstGeom>
          <a:noFill/>
        </p:spPr>
        <p:txBody>
          <a:bodyPr wrap="square" rtlCol="0">
            <a:spAutoFit/>
          </a:bodyPr>
          <a:lstStyle/>
          <a:p>
            <a:pPr algn="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pic>
        <p:nvPicPr>
          <p:cNvPr id="7" name="Graphic 6">
            <a:extLst>
              <a:ext uri="{FF2B5EF4-FFF2-40B4-BE49-F238E27FC236}">
                <a16:creationId xmlns:a16="http://schemas.microsoft.com/office/drawing/2014/main" id="{B501C573-E12A-1572-21FE-E2267EAD89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8730032" y="1868763"/>
            <a:ext cx="1064022" cy="1014148"/>
          </a:xfrm>
          <a:prstGeom prst="rect">
            <a:avLst/>
          </a:prstGeom>
        </p:spPr>
      </p:pic>
      <p:sp>
        <p:nvSpPr>
          <p:cNvPr id="11" name="Slide Number Placeholder 10">
            <a:extLst>
              <a:ext uri="{FF2B5EF4-FFF2-40B4-BE49-F238E27FC236}">
                <a16:creationId xmlns:a16="http://schemas.microsoft.com/office/drawing/2014/main" id="{9C25C13B-6030-8A4F-A2DD-DFB8FECF57D6}"/>
              </a:ext>
            </a:extLst>
          </p:cNvPr>
          <p:cNvSpPr>
            <a:spLocks noGrp="1"/>
          </p:cNvSpPr>
          <p:nvPr>
            <p:ph type="sldNum" sz="quarter" idx="4"/>
          </p:nvPr>
        </p:nvSpPr>
        <p:spPr/>
        <p:txBody>
          <a:bodyPr/>
          <a:lstStyle/>
          <a:p>
            <a:fld id="{0262F45B-057E-45F1-BF75-BEAC56186E37}" type="slidenum">
              <a:rPr lang="en-US" smtClean="0"/>
              <a:pPr/>
              <a:t>12</a:t>
            </a:fld>
            <a:endParaRPr lang="en-US" dirty="0"/>
          </a:p>
        </p:txBody>
      </p:sp>
    </p:spTree>
    <p:extLst>
      <p:ext uri="{BB962C8B-B14F-4D97-AF65-F5344CB8AC3E}">
        <p14:creationId xmlns:p14="http://schemas.microsoft.com/office/powerpoint/2010/main" val="690471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671;p44">
            <a:extLst>
              <a:ext uri="{FF2B5EF4-FFF2-40B4-BE49-F238E27FC236}">
                <a16:creationId xmlns:a16="http://schemas.microsoft.com/office/drawing/2014/main" id="{5A5C4931-7DB9-363C-AAD1-6238BFF38E04}"/>
              </a:ext>
            </a:extLst>
          </p:cNvPr>
          <p:cNvSpPr/>
          <p:nvPr/>
        </p:nvSpPr>
        <p:spPr>
          <a:xfrm>
            <a:off x="4445102" y="2526356"/>
            <a:ext cx="1492831" cy="1493398"/>
          </a:xfrm>
          <a:prstGeom prst="ellipse">
            <a:avLst/>
          </a:prstGeom>
          <a:noFill/>
          <a:ln w="76200" cap="flat" cmpd="sng">
            <a:solidFill>
              <a:schemeClr val="tx1"/>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a:p>
        </p:txBody>
      </p:sp>
      <p:sp>
        <p:nvSpPr>
          <p:cNvPr id="14" name="Google Shape;672;p44">
            <a:extLst>
              <a:ext uri="{FF2B5EF4-FFF2-40B4-BE49-F238E27FC236}">
                <a16:creationId xmlns:a16="http://schemas.microsoft.com/office/drawing/2014/main" id="{75B6C3A5-2E64-659A-BCF4-9A3762BAA6A7}"/>
              </a:ext>
            </a:extLst>
          </p:cNvPr>
          <p:cNvSpPr/>
          <p:nvPr/>
        </p:nvSpPr>
        <p:spPr>
          <a:xfrm>
            <a:off x="5190504" y="2255750"/>
            <a:ext cx="1061283" cy="2120545"/>
          </a:xfrm>
          <a:custGeom>
            <a:avLst/>
            <a:gdLst/>
            <a:ahLst/>
            <a:cxnLst/>
            <a:rect l="l" t="t" r="r" b="b"/>
            <a:pathLst>
              <a:path w="751" h="1500" extrusionOk="0">
                <a:moveTo>
                  <a:pt x="0" y="0"/>
                </a:moveTo>
                <a:lnTo>
                  <a:pt x="0" y="452"/>
                </a:lnTo>
                <a:lnTo>
                  <a:pt x="0" y="452"/>
                </a:lnTo>
                <a:lnTo>
                  <a:pt x="30" y="454"/>
                </a:lnTo>
                <a:lnTo>
                  <a:pt x="60" y="458"/>
                </a:lnTo>
                <a:lnTo>
                  <a:pt x="88" y="466"/>
                </a:lnTo>
                <a:lnTo>
                  <a:pt x="116" y="476"/>
                </a:lnTo>
                <a:lnTo>
                  <a:pt x="142" y="488"/>
                </a:lnTo>
                <a:lnTo>
                  <a:pt x="166" y="504"/>
                </a:lnTo>
                <a:lnTo>
                  <a:pt x="191" y="520"/>
                </a:lnTo>
                <a:lnTo>
                  <a:pt x="213" y="540"/>
                </a:lnTo>
                <a:lnTo>
                  <a:pt x="231" y="560"/>
                </a:lnTo>
                <a:lnTo>
                  <a:pt x="249" y="584"/>
                </a:lnTo>
                <a:lnTo>
                  <a:pt x="263" y="608"/>
                </a:lnTo>
                <a:lnTo>
                  <a:pt x="275" y="634"/>
                </a:lnTo>
                <a:lnTo>
                  <a:pt x="287" y="662"/>
                </a:lnTo>
                <a:lnTo>
                  <a:pt x="293" y="690"/>
                </a:lnTo>
                <a:lnTo>
                  <a:pt x="297" y="720"/>
                </a:lnTo>
                <a:lnTo>
                  <a:pt x="299" y="750"/>
                </a:lnTo>
                <a:lnTo>
                  <a:pt x="299" y="750"/>
                </a:lnTo>
                <a:lnTo>
                  <a:pt x="297" y="782"/>
                </a:lnTo>
                <a:lnTo>
                  <a:pt x="293" y="810"/>
                </a:lnTo>
                <a:lnTo>
                  <a:pt x="287" y="840"/>
                </a:lnTo>
                <a:lnTo>
                  <a:pt x="275" y="866"/>
                </a:lnTo>
                <a:lnTo>
                  <a:pt x="263" y="892"/>
                </a:lnTo>
                <a:lnTo>
                  <a:pt x="249" y="918"/>
                </a:lnTo>
                <a:lnTo>
                  <a:pt x="231" y="940"/>
                </a:lnTo>
                <a:lnTo>
                  <a:pt x="213" y="962"/>
                </a:lnTo>
                <a:lnTo>
                  <a:pt x="191" y="980"/>
                </a:lnTo>
                <a:lnTo>
                  <a:pt x="166" y="998"/>
                </a:lnTo>
                <a:lnTo>
                  <a:pt x="142" y="1012"/>
                </a:lnTo>
                <a:lnTo>
                  <a:pt x="116" y="1026"/>
                </a:lnTo>
                <a:lnTo>
                  <a:pt x="88" y="1036"/>
                </a:lnTo>
                <a:lnTo>
                  <a:pt x="60" y="1042"/>
                </a:lnTo>
                <a:lnTo>
                  <a:pt x="30" y="1048"/>
                </a:lnTo>
                <a:lnTo>
                  <a:pt x="0" y="1048"/>
                </a:lnTo>
                <a:lnTo>
                  <a:pt x="0" y="1500"/>
                </a:lnTo>
                <a:lnTo>
                  <a:pt x="0" y="1500"/>
                </a:lnTo>
                <a:lnTo>
                  <a:pt x="38" y="1500"/>
                </a:lnTo>
                <a:lnTo>
                  <a:pt x="76" y="1496"/>
                </a:lnTo>
                <a:lnTo>
                  <a:pt x="114" y="1492"/>
                </a:lnTo>
                <a:lnTo>
                  <a:pt x="152" y="1486"/>
                </a:lnTo>
                <a:lnTo>
                  <a:pt x="189" y="1476"/>
                </a:lnTo>
                <a:lnTo>
                  <a:pt x="223" y="1466"/>
                </a:lnTo>
                <a:lnTo>
                  <a:pt x="259" y="1454"/>
                </a:lnTo>
                <a:lnTo>
                  <a:pt x="293" y="1442"/>
                </a:lnTo>
                <a:lnTo>
                  <a:pt x="327" y="1426"/>
                </a:lnTo>
                <a:lnTo>
                  <a:pt x="359" y="1410"/>
                </a:lnTo>
                <a:lnTo>
                  <a:pt x="389" y="1392"/>
                </a:lnTo>
                <a:lnTo>
                  <a:pt x="421" y="1372"/>
                </a:lnTo>
                <a:lnTo>
                  <a:pt x="449" y="1352"/>
                </a:lnTo>
                <a:lnTo>
                  <a:pt x="477" y="1330"/>
                </a:lnTo>
                <a:lnTo>
                  <a:pt x="505" y="1306"/>
                </a:lnTo>
                <a:lnTo>
                  <a:pt x="531" y="1280"/>
                </a:lnTo>
                <a:lnTo>
                  <a:pt x="557" y="1254"/>
                </a:lnTo>
                <a:lnTo>
                  <a:pt x="579" y="1228"/>
                </a:lnTo>
                <a:lnTo>
                  <a:pt x="601" y="1200"/>
                </a:lnTo>
                <a:lnTo>
                  <a:pt x="623" y="1170"/>
                </a:lnTo>
                <a:lnTo>
                  <a:pt x="643" y="1140"/>
                </a:lnTo>
                <a:lnTo>
                  <a:pt x="661" y="1108"/>
                </a:lnTo>
                <a:lnTo>
                  <a:pt x="677" y="1076"/>
                </a:lnTo>
                <a:lnTo>
                  <a:pt x="691" y="1042"/>
                </a:lnTo>
                <a:lnTo>
                  <a:pt x="705" y="1008"/>
                </a:lnTo>
                <a:lnTo>
                  <a:pt x="717" y="974"/>
                </a:lnTo>
                <a:lnTo>
                  <a:pt x="727" y="938"/>
                </a:lnTo>
                <a:lnTo>
                  <a:pt x="735" y="902"/>
                </a:lnTo>
                <a:lnTo>
                  <a:pt x="743" y="864"/>
                </a:lnTo>
                <a:lnTo>
                  <a:pt x="747" y="828"/>
                </a:lnTo>
                <a:lnTo>
                  <a:pt x="749" y="790"/>
                </a:lnTo>
                <a:lnTo>
                  <a:pt x="751" y="750"/>
                </a:lnTo>
                <a:lnTo>
                  <a:pt x="751" y="750"/>
                </a:lnTo>
                <a:lnTo>
                  <a:pt x="749" y="712"/>
                </a:lnTo>
                <a:lnTo>
                  <a:pt x="747" y="674"/>
                </a:lnTo>
                <a:lnTo>
                  <a:pt x="743" y="636"/>
                </a:lnTo>
                <a:lnTo>
                  <a:pt x="735" y="600"/>
                </a:lnTo>
                <a:lnTo>
                  <a:pt x="727" y="564"/>
                </a:lnTo>
                <a:lnTo>
                  <a:pt x="717" y="528"/>
                </a:lnTo>
                <a:lnTo>
                  <a:pt x="705" y="492"/>
                </a:lnTo>
                <a:lnTo>
                  <a:pt x="691" y="458"/>
                </a:lnTo>
                <a:lnTo>
                  <a:pt x="677" y="426"/>
                </a:lnTo>
                <a:lnTo>
                  <a:pt x="661" y="394"/>
                </a:lnTo>
                <a:lnTo>
                  <a:pt x="643" y="362"/>
                </a:lnTo>
                <a:lnTo>
                  <a:pt x="623" y="332"/>
                </a:lnTo>
                <a:lnTo>
                  <a:pt x="601" y="302"/>
                </a:lnTo>
                <a:lnTo>
                  <a:pt x="579" y="274"/>
                </a:lnTo>
                <a:lnTo>
                  <a:pt x="557" y="246"/>
                </a:lnTo>
                <a:lnTo>
                  <a:pt x="531" y="220"/>
                </a:lnTo>
                <a:lnTo>
                  <a:pt x="505" y="196"/>
                </a:lnTo>
                <a:lnTo>
                  <a:pt x="477" y="172"/>
                </a:lnTo>
                <a:lnTo>
                  <a:pt x="449" y="150"/>
                </a:lnTo>
                <a:lnTo>
                  <a:pt x="421" y="128"/>
                </a:lnTo>
                <a:lnTo>
                  <a:pt x="389" y="110"/>
                </a:lnTo>
                <a:lnTo>
                  <a:pt x="359" y="92"/>
                </a:lnTo>
                <a:lnTo>
                  <a:pt x="327" y="74"/>
                </a:lnTo>
                <a:lnTo>
                  <a:pt x="293" y="60"/>
                </a:lnTo>
                <a:lnTo>
                  <a:pt x="259" y="46"/>
                </a:lnTo>
                <a:lnTo>
                  <a:pt x="223" y="34"/>
                </a:lnTo>
                <a:lnTo>
                  <a:pt x="189" y="24"/>
                </a:lnTo>
                <a:lnTo>
                  <a:pt x="152" y="16"/>
                </a:lnTo>
                <a:lnTo>
                  <a:pt x="114" y="10"/>
                </a:lnTo>
                <a:lnTo>
                  <a:pt x="76" y="4"/>
                </a:lnTo>
                <a:lnTo>
                  <a:pt x="38" y="2"/>
                </a:lnTo>
                <a:lnTo>
                  <a:pt x="0" y="0"/>
                </a:lnTo>
                <a:close/>
              </a:path>
            </a:pathLst>
          </a:custGeom>
          <a:solidFill>
            <a:srgbClr val="EFD9D1"/>
          </a:solidFill>
          <a:ln>
            <a:noFill/>
          </a:ln>
        </p:spPr>
        <p:txBody>
          <a:bodyPr spcFirstLastPara="1" wrap="square" lIns="91425" tIns="91425" rIns="91425" bIns="91425" anchor="ctr" anchorCtr="0">
            <a:noAutofit/>
          </a:bodyPr>
          <a:lstStyle/>
          <a:p>
            <a:endParaRPr sz="700">
              <a:solidFill>
                <a:srgbClr val="DB3862"/>
              </a:solidFill>
              <a:sym typeface="Calibri"/>
            </a:endParaRPr>
          </a:p>
        </p:txBody>
      </p:sp>
      <p:sp>
        <p:nvSpPr>
          <p:cNvPr id="11" name="Google Shape;674;p44">
            <a:extLst>
              <a:ext uri="{FF2B5EF4-FFF2-40B4-BE49-F238E27FC236}">
                <a16:creationId xmlns:a16="http://schemas.microsoft.com/office/drawing/2014/main" id="{02088081-10CC-278E-DFF3-E18D8346D735}"/>
              </a:ext>
            </a:extLst>
          </p:cNvPr>
          <p:cNvSpPr/>
          <p:nvPr/>
        </p:nvSpPr>
        <p:spPr>
          <a:xfrm>
            <a:off x="5933686" y="2520982"/>
            <a:ext cx="1492831" cy="1493398"/>
          </a:xfrm>
          <a:prstGeom prst="ellipse">
            <a:avLst/>
          </a:prstGeom>
          <a:noFill/>
          <a:ln w="76200" cap="flat" cmpd="sng">
            <a:solidFill>
              <a:schemeClr val="tx1"/>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a:p>
        </p:txBody>
      </p:sp>
      <p:sp>
        <p:nvSpPr>
          <p:cNvPr id="12" name="Google Shape;675;p44">
            <a:extLst>
              <a:ext uri="{FF2B5EF4-FFF2-40B4-BE49-F238E27FC236}">
                <a16:creationId xmlns:a16="http://schemas.microsoft.com/office/drawing/2014/main" id="{C6F6CEAC-1AE9-21A3-00DA-209989136118}"/>
              </a:ext>
            </a:extLst>
          </p:cNvPr>
          <p:cNvSpPr/>
          <p:nvPr/>
        </p:nvSpPr>
        <p:spPr>
          <a:xfrm>
            <a:off x="5619208" y="2243818"/>
            <a:ext cx="2121154" cy="2120545"/>
          </a:xfrm>
          <a:custGeom>
            <a:avLst/>
            <a:gdLst/>
            <a:ahLst/>
            <a:cxnLst/>
            <a:rect l="l" t="t" r="r" b="b"/>
            <a:pathLst>
              <a:path w="1501" h="1500" extrusionOk="0">
                <a:moveTo>
                  <a:pt x="751" y="0"/>
                </a:moveTo>
                <a:lnTo>
                  <a:pt x="751" y="452"/>
                </a:lnTo>
                <a:lnTo>
                  <a:pt x="751" y="452"/>
                </a:lnTo>
                <a:lnTo>
                  <a:pt x="781" y="454"/>
                </a:lnTo>
                <a:lnTo>
                  <a:pt x="811" y="458"/>
                </a:lnTo>
                <a:lnTo>
                  <a:pt x="839" y="464"/>
                </a:lnTo>
                <a:lnTo>
                  <a:pt x="867" y="476"/>
                </a:lnTo>
                <a:lnTo>
                  <a:pt x="893" y="488"/>
                </a:lnTo>
                <a:lnTo>
                  <a:pt x="917" y="502"/>
                </a:lnTo>
                <a:lnTo>
                  <a:pt x="941" y="520"/>
                </a:lnTo>
                <a:lnTo>
                  <a:pt x="963" y="538"/>
                </a:lnTo>
                <a:lnTo>
                  <a:pt x="981" y="560"/>
                </a:lnTo>
                <a:lnTo>
                  <a:pt x="999" y="584"/>
                </a:lnTo>
                <a:lnTo>
                  <a:pt x="1013" y="608"/>
                </a:lnTo>
                <a:lnTo>
                  <a:pt x="1025" y="634"/>
                </a:lnTo>
                <a:lnTo>
                  <a:pt x="1037" y="662"/>
                </a:lnTo>
                <a:lnTo>
                  <a:pt x="1043" y="690"/>
                </a:lnTo>
                <a:lnTo>
                  <a:pt x="1047" y="720"/>
                </a:lnTo>
                <a:lnTo>
                  <a:pt x="1049" y="750"/>
                </a:lnTo>
                <a:lnTo>
                  <a:pt x="1049" y="750"/>
                </a:lnTo>
                <a:lnTo>
                  <a:pt x="1047" y="780"/>
                </a:lnTo>
                <a:lnTo>
                  <a:pt x="1043" y="810"/>
                </a:lnTo>
                <a:lnTo>
                  <a:pt x="1037" y="838"/>
                </a:lnTo>
                <a:lnTo>
                  <a:pt x="1025" y="866"/>
                </a:lnTo>
                <a:lnTo>
                  <a:pt x="1013" y="892"/>
                </a:lnTo>
                <a:lnTo>
                  <a:pt x="999" y="916"/>
                </a:lnTo>
                <a:lnTo>
                  <a:pt x="981" y="940"/>
                </a:lnTo>
                <a:lnTo>
                  <a:pt x="963" y="962"/>
                </a:lnTo>
                <a:lnTo>
                  <a:pt x="941" y="980"/>
                </a:lnTo>
                <a:lnTo>
                  <a:pt x="917" y="998"/>
                </a:lnTo>
                <a:lnTo>
                  <a:pt x="893" y="1012"/>
                </a:lnTo>
                <a:lnTo>
                  <a:pt x="867" y="1024"/>
                </a:lnTo>
                <a:lnTo>
                  <a:pt x="839" y="1036"/>
                </a:lnTo>
                <a:lnTo>
                  <a:pt x="811" y="1042"/>
                </a:lnTo>
                <a:lnTo>
                  <a:pt x="781" y="1046"/>
                </a:lnTo>
                <a:lnTo>
                  <a:pt x="751" y="1048"/>
                </a:lnTo>
                <a:lnTo>
                  <a:pt x="751" y="1048"/>
                </a:lnTo>
                <a:lnTo>
                  <a:pt x="721" y="1046"/>
                </a:lnTo>
                <a:lnTo>
                  <a:pt x="691" y="1042"/>
                </a:lnTo>
                <a:lnTo>
                  <a:pt x="663" y="1036"/>
                </a:lnTo>
                <a:lnTo>
                  <a:pt x="635" y="1024"/>
                </a:lnTo>
                <a:lnTo>
                  <a:pt x="609" y="1012"/>
                </a:lnTo>
                <a:lnTo>
                  <a:pt x="585" y="998"/>
                </a:lnTo>
                <a:lnTo>
                  <a:pt x="560" y="980"/>
                </a:lnTo>
                <a:lnTo>
                  <a:pt x="538" y="962"/>
                </a:lnTo>
                <a:lnTo>
                  <a:pt x="520" y="940"/>
                </a:lnTo>
                <a:lnTo>
                  <a:pt x="502" y="916"/>
                </a:lnTo>
                <a:lnTo>
                  <a:pt x="488" y="892"/>
                </a:lnTo>
                <a:lnTo>
                  <a:pt x="476" y="866"/>
                </a:lnTo>
                <a:lnTo>
                  <a:pt x="464" y="838"/>
                </a:lnTo>
                <a:lnTo>
                  <a:pt x="458" y="810"/>
                </a:lnTo>
                <a:lnTo>
                  <a:pt x="454" y="780"/>
                </a:lnTo>
                <a:lnTo>
                  <a:pt x="452" y="750"/>
                </a:lnTo>
                <a:lnTo>
                  <a:pt x="0" y="750"/>
                </a:lnTo>
                <a:lnTo>
                  <a:pt x="0" y="750"/>
                </a:lnTo>
                <a:lnTo>
                  <a:pt x="2" y="788"/>
                </a:lnTo>
                <a:lnTo>
                  <a:pt x="4" y="826"/>
                </a:lnTo>
                <a:lnTo>
                  <a:pt x="8" y="864"/>
                </a:lnTo>
                <a:lnTo>
                  <a:pt x="16" y="902"/>
                </a:lnTo>
                <a:lnTo>
                  <a:pt x="24" y="938"/>
                </a:lnTo>
                <a:lnTo>
                  <a:pt x="34" y="972"/>
                </a:lnTo>
                <a:lnTo>
                  <a:pt x="46" y="1008"/>
                </a:lnTo>
                <a:lnTo>
                  <a:pt x="60" y="1042"/>
                </a:lnTo>
                <a:lnTo>
                  <a:pt x="74" y="1076"/>
                </a:lnTo>
                <a:lnTo>
                  <a:pt x="90" y="1108"/>
                </a:lnTo>
                <a:lnTo>
                  <a:pt x="108" y="1138"/>
                </a:lnTo>
                <a:lnTo>
                  <a:pt x="128" y="1170"/>
                </a:lnTo>
                <a:lnTo>
                  <a:pt x="150" y="1198"/>
                </a:lnTo>
                <a:lnTo>
                  <a:pt x="172" y="1226"/>
                </a:lnTo>
                <a:lnTo>
                  <a:pt x="194" y="1254"/>
                </a:lnTo>
                <a:lnTo>
                  <a:pt x="220" y="1280"/>
                </a:lnTo>
                <a:lnTo>
                  <a:pt x="246" y="1306"/>
                </a:lnTo>
                <a:lnTo>
                  <a:pt x="274" y="1328"/>
                </a:lnTo>
                <a:lnTo>
                  <a:pt x="302" y="1350"/>
                </a:lnTo>
                <a:lnTo>
                  <a:pt x="330" y="1372"/>
                </a:lnTo>
                <a:lnTo>
                  <a:pt x="362" y="1392"/>
                </a:lnTo>
                <a:lnTo>
                  <a:pt x="392" y="1410"/>
                </a:lnTo>
                <a:lnTo>
                  <a:pt x="424" y="1426"/>
                </a:lnTo>
                <a:lnTo>
                  <a:pt x="458" y="1440"/>
                </a:lnTo>
                <a:lnTo>
                  <a:pt x="492" y="1454"/>
                </a:lnTo>
                <a:lnTo>
                  <a:pt x="528" y="1466"/>
                </a:lnTo>
                <a:lnTo>
                  <a:pt x="562" y="1476"/>
                </a:lnTo>
                <a:lnTo>
                  <a:pt x="599" y="1484"/>
                </a:lnTo>
                <a:lnTo>
                  <a:pt x="637" y="1492"/>
                </a:lnTo>
                <a:lnTo>
                  <a:pt x="675" y="1496"/>
                </a:lnTo>
                <a:lnTo>
                  <a:pt x="713" y="1498"/>
                </a:lnTo>
                <a:lnTo>
                  <a:pt x="751" y="1500"/>
                </a:lnTo>
                <a:lnTo>
                  <a:pt x="751" y="1500"/>
                </a:lnTo>
                <a:lnTo>
                  <a:pt x="789" y="1498"/>
                </a:lnTo>
                <a:lnTo>
                  <a:pt x="827" y="1496"/>
                </a:lnTo>
                <a:lnTo>
                  <a:pt x="865" y="1492"/>
                </a:lnTo>
                <a:lnTo>
                  <a:pt x="903" y="1484"/>
                </a:lnTo>
                <a:lnTo>
                  <a:pt x="939" y="1476"/>
                </a:lnTo>
                <a:lnTo>
                  <a:pt x="973" y="1466"/>
                </a:lnTo>
                <a:lnTo>
                  <a:pt x="1009" y="1454"/>
                </a:lnTo>
                <a:lnTo>
                  <a:pt x="1043" y="1440"/>
                </a:lnTo>
                <a:lnTo>
                  <a:pt x="1077" y="1426"/>
                </a:lnTo>
                <a:lnTo>
                  <a:pt x="1109" y="1410"/>
                </a:lnTo>
                <a:lnTo>
                  <a:pt x="1139" y="1392"/>
                </a:lnTo>
                <a:lnTo>
                  <a:pt x="1171" y="1372"/>
                </a:lnTo>
                <a:lnTo>
                  <a:pt x="1199" y="1350"/>
                </a:lnTo>
                <a:lnTo>
                  <a:pt x="1227" y="1328"/>
                </a:lnTo>
                <a:lnTo>
                  <a:pt x="1255" y="1306"/>
                </a:lnTo>
                <a:lnTo>
                  <a:pt x="1281" y="1280"/>
                </a:lnTo>
                <a:lnTo>
                  <a:pt x="1307" y="1254"/>
                </a:lnTo>
                <a:lnTo>
                  <a:pt x="1329" y="1226"/>
                </a:lnTo>
                <a:lnTo>
                  <a:pt x="1351" y="1198"/>
                </a:lnTo>
                <a:lnTo>
                  <a:pt x="1373" y="1170"/>
                </a:lnTo>
                <a:lnTo>
                  <a:pt x="1393" y="1138"/>
                </a:lnTo>
                <a:lnTo>
                  <a:pt x="1411" y="1108"/>
                </a:lnTo>
                <a:lnTo>
                  <a:pt x="1427" y="1076"/>
                </a:lnTo>
                <a:lnTo>
                  <a:pt x="1441" y="1042"/>
                </a:lnTo>
                <a:lnTo>
                  <a:pt x="1455" y="1008"/>
                </a:lnTo>
                <a:lnTo>
                  <a:pt x="1467" y="972"/>
                </a:lnTo>
                <a:lnTo>
                  <a:pt x="1477" y="938"/>
                </a:lnTo>
                <a:lnTo>
                  <a:pt x="1485" y="902"/>
                </a:lnTo>
                <a:lnTo>
                  <a:pt x="1493" y="864"/>
                </a:lnTo>
                <a:lnTo>
                  <a:pt x="1497" y="826"/>
                </a:lnTo>
                <a:lnTo>
                  <a:pt x="1499" y="788"/>
                </a:lnTo>
                <a:lnTo>
                  <a:pt x="1501" y="750"/>
                </a:lnTo>
                <a:lnTo>
                  <a:pt x="1501" y="750"/>
                </a:lnTo>
                <a:lnTo>
                  <a:pt x="1499" y="712"/>
                </a:lnTo>
                <a:lnTo>
                  <a:pt x="1497" y="674"/>
                </a:lnTo>
                <a:lnTo>
                  <a:pt x="1493" y="636"/>
                </a:lnTo>
                <a:lnTo>
                  <a:pt x="1485" y="598"/>
                </a:lnTo>
                <a:lnTo>
                  <a:pt x="1477" y="562"/>
                </a:lnTo>
                <a:lnTo>
                  <a:pt x="1467" y="528"/>
                </a:lnTo>
                <a:lnTo>
                  <a:pt x="1455" y="492"/>
                </a:lnTo>
                <a:lnTo>
                  <a:pt x="1441" y="458"/>
                </a:lnTo>
                <a:lnTo>
                  <a:pt x="1427" y="424"/>
                </a:lnTo>
                <a:lnTo>
                  <a:pt x="1411" y="392"/>
                </a:lnTo>
                <a:lnTo>
                  <a:pt x="1393" y="362"/>
                </a:lnTo>
                <a:lnTo>
                  <a:pt x="1373" y="330"/>
                </a:lnTo>
                <a:lnTo>
                  <a:pt x="1351" y="302"/>
                </a:lnTo>
                <a:lnTo>
                  <a:pt x="1329" y="274"/>
                </a:lnTo>
                <a:lnTo>
                  <a:pt x="1307" y="246"/>
                </a:lnTo>
                <a:lnTo>
                  <a:pt x="1281" y="220"/>
                </a:lnTo>
                <a:lnTo>
                  <a:pt x="1255" y="194"/>
                </a:lnTo>
                <a:lnTo>
                  <a:pt x="1227" y="172"/>
                </a:lnTo>
                <a:lnTo>
                  <a:pt x="1199" y="150"/>
                </a:lnTo>
                <a:lnTo>
                  <a:pt x="1171" y="128"/>
                </a:lnTo>
                <a:lnTo>
                  <a:pt x="1139" y="108"/>
                </a:lnTo>
                <a:lnTo>
                  <a:pt x="1109" y="90"/>
                </a:lnTo>
                <a:lnTo>
                  <a:pt x="1077" y="74"/>
                </a:lnTo>
                <a:lnTo>
                  <a:pt x="1043" y="60"/>
                </a:lnTo>
                <a:lnTo>
                  <a:pt x="1009" y="46"/>
                </a:lnTo>
                <a:lnTo>
                  <a:pt x="973" y="34"/>
                </a:lnTo>
                <a:lnTo>
                  <a:pt x="939" y="24"/>
                </a:lnTo>
                <a:lnTo>
                  <a:pt x="903" y="16"/>
                </a:lnTo>
                <a:lnTo>
                  <a:pt x="865" y="8"/>
                </a:lnTo>
                <a:lnTo>
                  <a:pt x="827" y="4"/>
                </a:lnTo>
                <a:lnTo>
                  <a:pt x="789" y="2"/>
                </a:lnTo>
                <a:lnTo>
                  <a:pt x="751" y="0"/>
                </a:lnTo>
                <a:close/>
              </a:path>
            </a:pathLst>
          </a:custGeom>
          <a:solidFill>
            <a:srgbClr val="92A08C"/>
          </a:solidFill>
          <a:ln>
            <a:noFill/>
          </a:ln>
        </p:spPr>
        <p:txBody>
          <a:bodyPr spcFirstLastPara="1" wrap="square" lIns="91425" tIns="91425" rIns="91425" bIns="91425" anchor="ctr" anchorCtr="0">
            <a:noAutofit/>
          </a:bodyPr>
          <a:lstStyle/>
          <a:p>
            <a:endParaRPr sz="700">
              <a:solidFill>
                <a:srgbClr val="DB3862"/>
              </a:solidFill>
              <a:sym typeface="Calibri"/>
            </a:endParaRPr>
          </a:p>
        </p:txBody>
      </p:sp>
      <p:sp>
        <p:nvSpPr>
          <p:cNvPr id="9" name="Google Shape;677;p44">
            <a:extLst>
              <a:ext uri="{FF2B5EF4-FFF2-40B4-BE49-F238E27FC236}">
                <a16:creationId xmlns:a16="http://schemas.microsoft.com/office/drawing/2014/main" id="{B56A6312-C2A7-ACBB-2CB6-D34FE7466D82}"/>
              </a:ext>
            </a:extLst>
          </p:cNvPr>
          <p:cNvSpPr/>
          <p:nvPr/>
        </p:nvSpPr>
        <p:spPr>
          <a:xfrm>
            <a:off x="2954283" y="2533358"/>
            <a:ext cx="1492831" cy="1493397"/>
          </a:xfrm>
          <a:prstGeom prst="ellipse">
            <a:avLst/>
          </a:prstGeom>
          <a:noFill/>
          <a:ln w="76200" cap="flat" cmpd="sng">
            <a:solidFill>
              <a:schemeClr val="tx1"/>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sz="700"/>
          </a:p>
        </p:txBody>
      </p:sp>
      <p:sp>
        <p:nvSpPr>
          <p:cNvPr id="10" name="Google Shape;678;p44">
            <a:extLst>
              <a:ext uri="{FF2B5EF4-FFF2-40B4-BE49-F238E27FC236}">
                <a16:creationId xmlns:a16="http://schemas.microsoft.com/office/drawing/2014/main" id="{7AAF2B29-6D5E-422D-4791-8B5C1859B267}"/>
              </a:ext>
            </a:extLst>
          </p:cNvPr>
          <p:cNvSpPr/>
          <p:nvPr/>
        </p:nvSpPr>
        <p:spPr>
          <a:xfrm>
            <a:off x="3685297" y="2172232"/>
            <a:ext cx="1059870" cy="1060272"/>
          </a:xfrm>
          <a:custGeom>
            <a:avLst/>
            <a:gdLst/>
            <a:ahLst/>
            <a:cxnLst/>
            <a:rect l="l" t="t" r="r" b="b"/>
            <a:pathLst>
              <a:path w="750" h="750" extrusionOk="0">
                <a:moveTo>
                  <a:pt x="0" y="0"/>
                </a:moveTo>
                <a:lnTo>
                  <a:pt x="0" y="452"/>
                </a:lnTo>
                <a:lnTo>
                  <a:pt x="0" y="452"/>
                </a:lnTo>
                <a:lnTo>
                  <a:pt x="30" y="452"/>
                </a:lnTo>
                <a:lnTo>
                  <a:pt x="60" y="458"/>
                </a:lnTo>
                <a:lnTo>
                  <a:pt x="88" y="464"/>
                </a:lnTo>
                <a:lnTo>
                  <a:pt x="116" y="474"/>
                </a:lnTo>
                <a:lnTo>
                  <a:pt x="142" y="488"/>
                </a:lnTo>
                <a:lnTo>
                  <a:pt x="166" y="502"/>
                </a:lnTo>
                <a:lnTo>
                  <a:pt x="190" y="520"/>
                </a:lnTo>
                <a:lnTo>
                  <a:pt x="210" y="538"/>
                </a:lnTo>
                <a:lnTo>
                  <a:pt x="230" y="560"/>
                </a:lnTo>
                <a:lnTo>
                  <a:pt x="246" y="582"/>
                </a:lnTo>
                <a:lnTo>
                  <a:pt x="262" y="608"/>
                </a:lnTo>
                <a:lnTo>
                  <a:pt x="274" y="634"/>
                </a:lnTo>
                <a:lnTo>
                  <a:pt x="284" y="662"/>
                </a:lnTo>
                <a:lnTo>
                  <a:pt x="292" y="690"/>
                </a:lnTo>
                <a:lnTo>
                  <a:pt x="296" y="720"/>
                </a:lnTo>
                <a:lnTo>
                  <a:pt x="298" y="750"/>
                </a:lnTo>
                <a:lnTo>
                  <a:pt x="750" y="750"/>
                </a:lnTo>
                <a:lnTo>
                  <a:pt x="750" y="750"/>
                </a:lnTo>
                <a:lnTo>
                  <a:pt x="748" y="712"/>
                </a:lnTo>
                <a:lnTo>
                  <a:pt x="746" y="674"/>
                </a:lnTo>
                <a:lnTo>
                  <a:pt x="740" y="636"/>
                </a:lnTo>
                <a:lnTo>
                  <a:pt x="734" y="598"/>
                </a:lnTo>
                <a:lnTo>
                  <a:pt x="726" y="562"/>
                </a:lnTo>
                <a:lnTo>
                  <a:pt x="716" y="526"/>
                </a:lnTo>
                <a:lnTo>
                  <a:pt x="704" y="492"/>
                </a:lnTo>
                <a:lnTo>
                  <a:pt x="690" y="458"/>
                </a:lnTo>
                <a:lnTo>
                  <a:pt x="676" y="424"/>
                </a:lnTo>
                <a:lnTo>
                  <a:pt x="658" y="392"/>
                </a:lnTo>
                <a:lnTo>
                  <a:pt x="640" y="360"/>
                </a:lnTo>
                <a:lnTo>
                  <a:pt x="622" y="330"/>
                </a:lnTo>
                <a:lnTo>
                  <a:pt x="600" y="302"/>
                </a:lnTo>
                <a:lnTo>
                  <a:pt x="578" y="272"/>
                </a:lnTo>
                <a:lnTo>
                  <a:pt x="554" y="246"/>
                </a:lnTo>
                <a:lnTo>
                  <a:pt x="530" y="220"/>
                </a:lnTo>
                <a:lnTo>
                  <a:pt x="504" y="194"/>
                </a:lnTo>
                <a:lnTo>
                  <a:pt x="476" y="172"/>
                </a:lnTo>
                <a:lnTo>
                  <a:pt x="448" y="148"/>
                </a:lnTo>
                <a:lnTo>
                  <a:pt x="418" y="128"/>
                </a:lnTo>
                <a:lnTo>
                  <a:pt x="388" y="108"/>
                </a:lnTo>
                <a:lnTo>
                  <a:pt x="356" y="90"/>
                </a:lnTo>
                <a:lnTo>
                  <a:pt x="324" y="74"/>
                </a:lnTo>
                <a:lnTo>
                  <a:pt x="292" y="58"/>
                </a:lnTo>
                <a:lnTo>
                  <a:pt x="258" y="46"/>
                </a:lnTo>
                <a:lnTo>
                  <a:pt x="222" y="34"/>
                </a:lnTo>
                <a:lnTo>
                  <a:pt x="186" y="24"/>
                </a:lnTo>
                <a:lnTo>
                  <a:pt x="150" y="16"/>
                </a:lnTo>
                <a:lnTo>
                  <a:pt x="114" y="8"/>
                </a:lnTo>
                <a:lnTo>
                  <a:pt x="76" y="4"/>
                </a:lnTo>
                <a:lnTo>
                  <a:pt x="38" y="0"/>
                </a:lnTo>
                <a:lnTo>
                  <a:pt x="0" y="0"/>
                </a:lnTo>
                <a:close/>
              </a:path>
            </a:pathLst>
          </a:custGeom>
          <a:solidFill>
            <a:srgbClr val="BBD0CF"/>
          </a:solidFill>
          <a:ln>
            <a:noFill/>
          </a:ln>
        </p:spPr>
        <p:txBody>
          <a:bodyPr spcFirstLastPara="1" wrap="square" lIns="91425" tIns="91425" rIns="91425" bIns="91425" anchor="ctr" anchorCtr="0">
            <a:noAutofit/>
          </a:bodyPr>
          <a:lstStyle/>
          <a:p>
            <a:endParaRPr>
              <a:sym typeface="Calibri"/>
            </a:endParaRPr>
          </a:p>
        </p:txBody>
      </p:sp>
      <p:sp>
        <p:nvSpPr>
          <p:cNvPr id="7" name="Google Shape;680;p44">
            <a:extLst>
              <a:ext uri="{FF2B5EF4-FFF2-40B4-BE49-F238E27FC236}">
                <a16:creationId xmlns:a16="http://schemas.microsoft.com/office/drawing/2014/main" id="{CD9D8B05-7FEB-0071-0CE9-C27477557FE3}"/>
              </a:ext>
            </a:extLst>
          </p:cNvPr>
          <p:cNvSpPr/>
          <p:nvPr/>
        </p:nvSpPr>
        <p:spPr>
          <a:xfrm>
            <a:off x="7430850" y="2508423"/>
            <a:ext cx="1492584" cy="1493597"/>
          </a:xfrm>
          <a:prstGeom prst="ellipse">
            <a:avLst/>
          </a:prstGeom>
          <a:noFill/>
          <a:ln w="76200" cap="flat" cmpd="sng">
            <a:solidFill>
              <a:schemeClr val="tx1"/>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a:p>
        </p:txBody>
      </p:sp>
      <p:sp>
        <p:nvSpPr>
          <p:cNvPr id="15" name="Google Shape;685;p44">
            <a:extLst>
              <a:ext uri="{FF2B5EF4-FFF2-40B4-BE49-F238E27FC236}">
                <a16:creationId xmlns:a16="http://schemas.microsoft.com/office/drawing/2014/main" id="{9986E686-DC03-433A-7182-7B9C0DB8A294}"/>
              </a:ext>
            </a:extLst>
          </p:cNvPr>
          <p:cNvSpPr txBox="1"/>
          <p:nvPr/>
        </p:nvSpPr>
        <p:spPr>
          <a:xfrm>
            <a:off x="3344911" y="3093417"/>
            <a:ext cx="714446"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2000" dirty="0">
                <a:solidFill>
                  <a:schemeClr val="tx1"/>
                </a:solidFill>
                <a:sym typeface="Roboto Condensed"/>
              </a:rPr>
              <a:t>25%</a:t>
            </a:r>
            <a:endParaRPr sz="2000" dirty="0">
              <a:solidFill>
                <a:schemeClr val="tx1"/>
              </a:solidFill>
              <a:sym typeface="Roboto Condensed"/>
            </a:endParaRPr>
          </a:p>
        </p:txBody>
      </p:sp>
      <p:sp>
        <p:nvSpPr>
          <p:cNvPr id="16" name="Google Shape;687;p44">
            <a:extLst>
              <a:ext uri="{FF2B5EF4-FFF2-40B4-BE49-F238E27FC236}">
                <a16:creationId xmlns:a16="http://schemas.microsoft.com/office/drawing/2014/main" id="{4CDD2888-F66A-4092-266B-A7FF1476393E}"/>
              </a:ext>
            </a:extLst>
          </p:cNvPr>
          <p:cNvSpPr txBox="1"/>
          <p:nvPr/>
        </p:nvSpPr>
        <p:spPr>
          <a:xfrm>
            <a:off x="4824786" y="3093417"/>
            <a:ext cx="714446"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2000" dirty="0">
                <a:solidFill>
                  <a:schemeClr val="tx1"/>
                </a:solidFill>
                <a:sym typeface="Roboto Condensed"/>
              </a:rPr>
              <a:t>50%</a:t>
            </a:r>
            <a:endParaRPr sz="2000" dirty="0">
              <a:solidFill>
                <a:schemeClr val="tx1"/>
              </a:solidFill>
              <a:sym typeface="Roboto Condensed"/>
            </a:endParaRPr>
          </a:p>
        </p:txBody>
      </p:sp>
      <p:sp>
        <p:nvSpPr>
          <p:cNvPr id="17" name="Google Shape;688;p44">
            <a:extLst>
              <a:ext uri="{FF2B5EF4-FFF2-40B4-BE49-F238E27FC236}">
                <a16:creationId xmlns:a16="http://schemas.microsoft.com/office/drawing/2014/main" id="{326FED7F-C3A1-71C9-65ED-1650B21B6321}"/>
              </a:ext>
            </a:extLst>
          </p:cNvPr>
          <p:cNvSpPr txBox="1"/>
          <p:nvPr/>
        </p:nvSpPr>
        <p:spPr>
          <a:xfrm>
            <a:off x="6339498" y="3093417"/>
            <a:ext cx="714446"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2000" dirty="0">
                <a:solidFill>
                  <a:schemeClr val="tx1"/>
                </a:solidFill>
                <a:sym typeface="Roboto Condensed"/>
              </a:rPr>
              <a:t>75%</a:t>
            </a:r>
            <a:endParaRPr sz="2000" dirty="0">
              <a:solidFill>
                <a:schemeClr val="tx1"/>
              </a:solidFill>
              <a:sym typeface="Roboto Condensed"/>
            </a:endParaRPr>
          </a:p>
        </p:txBody>
      </p:sp>
      <p:sp>
        <p:nvSpPr>
          <p:cNvPr id="18" name="Google Shape;689;p44">
            <a:extLst>
              <a:ext uri="{FF2B5EF4-FFF2-40B4-BE49-F238E27FC236}">
                <a16:creationId xmlns:a16="http://schemas.microsoft.com/office/drawing/2014/main" id="{9D379FEE-30B6-B36C-85C5-D4B8C7614034}"/>
              </a:ext>
            </a:extLst>
          </p:cNvPr>
          <p:cNvSpPr txBox="1"/>
          <p:nvPr/>
        </p:nvSpPr>
        <p:spPr>
          <a:xfrm>
            <a:off x="7819919" y="3093417"/>
            <a:ext cx="714446" cy="383026"/>
          </a:xfrm>
          <a:prstGeom prst="rect">
            <a:avLst/>
          </a:prstGeom>
          <a:noFill/>
          <a:ln>
            <a:noFill/>
          </a:ln>
        </p:spPr>
        <p:txBody>
          <a:bodyPr spcFirstLastPara="1" wrap="square" lIns="0" tIns="6700" rIns="0" bIns="0" anchor="ctr" anchorCtr="0">
            <a:noAutofit/>
          </a:bodyPr>
          <a:lstStyle/>
          <a:p>
            <a:pPr marL="12700" marR="0" lvl="0" indent="0" algn="ctr" rtl="0">
              <a:lnSpc>
                <a:spcPct val="100000"/>
              </a:lnSpc>
              <a:spcBef>
                <a:spcPts val="0"/>
              </a:spcBef>
              <a:spcAft>
                <a:spcPts val="0"/>
              </a:spcAft>
              <a:buNone/>
            </a:pPr>
            <a:r>
              <a:rPr lang="fa-IR" sz="2000" b="1" dirty="0">
                <a:latin typeface="IRAN(FaNum)" panose="020B0606030804020204" pitchFamily="34" charset="-78"/>
                <a:ea typeface="Roboto Condensed"/>
                <a:cs typeface="IRAN(FaNum)" panose="020B0606030804020204" pitchFamily="34" charset="-78"/>
                <a:sym typeface="Roboto Condensed"/>
              </a:rPr>
              <a:t>100%</a:t>
            </a:r>
            <a:endParaRPr sz="2000" b="1" dirty="0">
              <a:latin typeface="IRAN(FaNum)" panose="020B0606030804020204" pitchFamily="34" charset="-78"/>
              <a:ea typeface="Roboto Condensed"/>
              <a:cs typeface="IRAN(FaNum)" panose="020B0606030804020204" pitchFamily="34" charset="-78"/>
              <a:sym typeface="Roboto Condensed"/>
            </a:endParaRPr>
          </a:p>
        </p:txBody>
      </p:sp>
      <p:sp>
        <p:nvSpPr>
          <p:cNvPr id="20" name="Google Shape;681;p44">
            <a:extLst>
              <a:ext uri="{FF2B5EF4-FFF2-40B4-BE49-F238E27FC236}">
                <a16:creationId xmlns:a16="http://schemas.microsoft.com/office/drawing/2014/main" id="{4A0DB16F-7605-857B-8251-5A52D5BE3C2F}"/>
              </a:ext>
            </a:extLst>
          </p:cNvPr>
          <p:cNvSpPr/>
          <p:nvPr/>
        </p:nvSpPr>
        <p:spPr>
          <a:xfrm>
            <a:off x="7116566" y="2183792"/>
            <a:ext cx="2121151" cy="2121962"/>
          </a:xfrm>
          <a:custGeom>
            <a:avLst/>
            <a:gdLst/>
            <a:ahLst/>
            <a:cxnLst/>
            <a:rect l="l" t="t" r="r" b="b"/>
            <a:pathLst>
              <a:path w="1501" h="1501" extrusionOk="0">
                <a:moveTo>
                  <a:pt x="751" y="1049"/>
                </a:moveTo>
                <a:lnTo>
                  <a:pt x="751" y="1049"/>
                </a:lnTo>
                <a:lnTo>
                  <a:pt x="719" y="1049"/>
                </a:lnTo>
                <a:lnTo>
                  <a:pt x="691" y="1043"/>
                </a:lnTo>
                <a:lnTo>
                  <a:pt x="661" y="1037"/>
                </a:lnTo>
                <a:lnTo>
                  <a:pt x="634" y="1027"/>
                </a:lnTo>
                <a:lnTo>
                  <a:pt x="608" y="1013"/>
                </a:lnTo>
                <a:lnTo>
                  <a:pt x="582" y="999"/>
                </a:lnTo>
                <a:lnTo>
                  <a:pt x="560" y="981"/>
                </a:lnTo>
                <a:lnTo>
                  <a:pt x="538" y="963"/>
                </a:lnTo>
                <a:lnTo>
                  <a:pt x="520" y="941"/>
                </a:lnTo>
                <a:lnTo>
                  <a:pt x="502" y="919"/>
                </a:lnTo>
                <a:lnTo>
                  <a:pt x="488" y="893"/>
                </a:lnTo>
                <a:lnTo>
                  <a:pt x="474" y="867"/>
                </a:lnTo>
                <a:lnTo>
                  <a:pt x="464" y="839"/>
                </a:lnTo>
                <a:lnTo>
                  <a:pt x="458" y="811"/>
                </a:lnTo>
                <a:lnTo>
                  <a:pt x="452" y="781"/>
                </a:lnTo>
                <a:lnTo>
                  <a:pt x="452" y="751"/>
                </a:lnTo>
                <a:lnTo>
                  <a:pt x="452" y="751"/>
                </a:lnTo>
                <a:lnTo>
                  <a:pt x="452" y="721"/>
                </a:lnTo>
                <a:lnTo>
                  <a:pt x="458" y="691"/>
                </a:lnTo>
                <a:lnTo>
                  <a:pt x="464" y="663"/>
                </a:lnTo>
                <a:lnTo>
                  <a:pt x="474" y="635"/>
                </a:lnTo>
                <a:lnTo>
                  <a:pt x="488" y="609"/>
                </a:lnTo>
                <a:lnTo>
                  <a:pt x="502" y="585"/>
                </a:lnTo>
                <a:lnTo>
                  <a:pt x="520" y="561"/>
                </a:lnTo>
                <a:lnTo>
                  <a:pt x="538" y="541"/>
                </a:lnTo>
                <a:lnTo>
                  <a:pt x="560" y="521"/>
                </a:lnTo>
                <a:lnTo>
                  <a:pt x="582" y="503"/>
                </a:lnTo>
                <a:lnTo>
                  <a:pt x="608" y="489"/>
                </a:lnTo>
                <a:lnTo>
                  <a:pt x="634" y="477"/>
                </a:lnTo>
                <a:lnTo>
                  <a:pt x="661" y="467"/>
                </a:lnTo>
                <a:lnTo>
                  <a:pt x="691" y="459"/>
                </a:lnTo>
                <a:lnTo>
                  <a:pt x="719" y="455"/>
                </a:lnTo>
                <a:lnTo>
                  <a:pt x="751" y="453"/>
                </a:lnTo>
                <a:lnTo>
                  <a:pt x="751" y="453"/>
                </a:lnTo>
                <a:lnTo>
                  <a:pt x="781" y="455"/>
                </a:lnTo>
                <a:lnTo>
                  <a:pt x="811" y="459"/>
                </a:lnTo>
                <a:lnTo>
                  <a:pt x="839" y="467"/>
                </a:lnTo>
                <a:lnTo>
                  <a:pt x="867" y="477"/>
                </a:lnTo>
                <a:lnTo>
                  <a:pt x="893" y="489"/>
                </a:lnTo>
                <a:lnTo>
                  <a:pt x="917" y="503"/>
                </a:lnTo>
                <a:lnTo>
                  <a:pt x="941" y="521"/>
                </a:lnTo>
                <a:lnTo>
                  <a:pt x="961" y="541"/>
                </a:lnTo>
                <a:lnTo>
                  <a:pt x="981" y="561"/>
                </a:lnTo>
                <a:lnTo>
                  <a:pt x="997" y="585"/>
                </a:lnTo>
                <a:lnTo>
                  <a:pt x="1013" y="609"/>
                </a:lnTo>
                <a:lnTo>
                  <a:pt x="1025" y="635"/>
                </a:lnTo>
                <a:lnTo>
                  <a:pt x="1035" y="663"/>
                </a:lnTo>
                <a:lnTo>
                  <a:pt x="1043" y="691"/>
                </a:lnTo>
                <a:lnTo>
                  <a:pt x="1047" y="721"/>
                </a:lnTo>
                <a:lnTo>
                  <a:pt x="1049" y="751"/>
                </a:lnTo>
                <a:lnTo>
                  <a:pt x="1049" y="751"/>
                </a:lnTo>
                <a:lnTo>
                  <a:pt x="1047" y="781"/>
                </a:lnTo>
                <a:lnTo>
                  <a:pt x="1043" y="811"/>
                </a:lnTo>
                <a:lnTo>
                  <a:pt x="1035" y="839"/>
                </a:lnTo>
                <a:lnTo>
                  <a:pt x="1025" y="867"/>
                </a:lnTo>
                <a:lnTo>
                  <a:pt x="1013" y="893"/>
                </a:lnTo>
                <a:lnTo>
                  <a:pt x="997" y="919"/>
                </a:lnTo>
                <a:lnTo>
                  <a:pt x="981" y="941"/>
                </a:lnTo>
                <a:lnTo>
                  <a:pt x="961" y="963"/>
                </a:lnTo>
                <a:lnTo>
                  <a:pt x="941" y="981"/>
                </a:lnTo>
                <a:lnTo>
                  <a:pt x="917" y="999"/>
                </a:lnTo>
                <a:lnTo>
                  <a:pt x="893" y="1013"/>
                </a:lnTo>
                <a:lnTo>
                  <a:pt x="867" y="1027"/>
                </a:lnTo>
                <a:lnTo>
                  <a:pt x="839" y="1037"/>
                </a:lnTo>
                <a:lnTo>
                  <a:pt x="811" y="1043"/>
                </a:lnTo>
                <a:lnTo>
                  <a:pt x="781" y="1049"/>
                </a:lnTo>
                <a:lnTo>
                  <a:pt x="751" y="1049"/>
                </a:lnTo>
                <a:close/>
                <a:moveTo>
                  <a:pt x="751" y="0"/>
                </a:moveTo>
                <a:lnTo>
                  <a:pt x="751" y="0"/>
                </a:lnTo>
                <a:lnTo>
                  <a:pt x="711" y="2"/>
                </a:lnTo>
                <a:lnTo>
                  <a:pt x="673" y="4"/>
                </a:lnTo>
                <a:lnTo>
                  <a:pt x="637" y="8"/>
                </a:lnTo>
                <a:lnTo>
                  <a:pt x="598" y="16"/>
                </a:lnTo>
                <a:lnTo>
                  <a:pt x="562" y="24"/>
                </a:lnTo>
                <a:lnTo>
                  <a:pt x="526" y="34"/>
                </a:lnTo>
                <a:lnTo>
                  <a:pt x="492" y="46"/>
                </a:lnTo>
                <a:lnTo>
                  <a:pt x="458" y="60"/>
                </a:lnTo>
                <a:lnTo>
                  <a:pt x="424" y="74"/>
                </a:lnTo>
                <a:lnTo>
                  <a:pt x="392" y="90"/>
                </a:lnTo>
                <a:lnTo>
                  <a:pt x="360" y="108"/>
                </a:lnTo>
                <a:lnTo>
                  <a:pt x="330" y="128"/>
                </a:lnTo>
                <a:lnTo>
                  <a:pt x="300" y="150"/>
                </a:lnTo>
                <a:lnTo>
                  <a:pt x="272" y="172"/>
                </a:lnTo>
                <a:lnTo>
                  <a:pt x="246" y="196"/>
                </a:lnTo>
                <a:lnTo>
                  <a:pt x="220" y="220"/>
                </a:lnTo>
                <a:lnTo>
                  <a:pt x="194" y="246"/>
                </a:lnTo>
                <a:lnTo>
                  <a:pt x="170" y="274"/>
                </a:lnTo>
                <a:lnTo>
                  <a:pt x="148" y="302"/>
                </a:lnTo>
                <a:lnTo>
                  <a:pt x="128" y="330"/>
                </a:lnTo>
                <a:lnTo>
                  <a:pt x="108" y="363"/>
                </a:lnTo>
                <a:lnTo>
                  <a:pt x="90" y="393"/>
                </a:lnTo>
                <a:lnTo>
                  <a:pt x="74" y="427"/>
                </a:lnTo>
                <a:lnTo>
                  <a:pt x="58" y="459"/>
                </a:lnTo>
                <a:lnTo>
                  <a:pt x="46" y="493"/>
                </a:lnTo>
                <a:lnTo>
                  <a:pt x="34" y="529"/>
                </a:lnTo>
                <a:lnTo>
                  <a:pt x="24" y="563"/>
                </a:lnTo>
                <a:lnTo>
                  <a:pt x="14" y="601"/>
                </a:lnTo>
                <a:lnTo>
                  <a:pt x="8" y="637"/>
                </a:lnTo>
                <a:lnTo>
                  <a:pt x="4" y="675"/>
                </a:lnTo>
                <a:lnTo>
                  <a:pt x="0" y="713"/>
                </a:lnTo>
                <a:lnTo>
                  <a:pt x="0" y="751"/>
                </a:lnTo>
                <a:lnTo>
                  <a:pt x="0" y="751"/>
                </a:lnTo>
                <a:lnTo>
                  <a:pt x="0" y="789"/>
                </a:lnTo>
                <a:lnTo>
                  <a:pt x="4" y="827"/>
                </a:lnTo>
                <a:lnTo>
                  <a:pt x="8" y="865"/>
                </a:lnTo>
                <a:lnTo>
                  <a:pt x="14" y="903"/>
                </a:lnTo>
                <a:lnTo>
                  <a:pt x="24" y="939"/>
                </a:lnTo>
                <a:lnTo>
                  <a:pt x="34" y="975"/>
                </a:lnTo>
                <a:lnTo>
                  <a:pt x="46" y="1009"/>
                </a:lnTo>
                <a:lnTo>
                  <a:pt x="58" y="1043"/>
                </a:lnTo>
                <a:lnTo>
                  <a:pt x="74" y="1077"/>
                </a:lnTo>
                <a:lnTo>
                  <a:pt x="90" y="1109"/>
                </a:lnTo>
                <a:lnTo>
                  <a:pt x="108" y="1139"/>
                </a:lnTo>
                <a:lnTo>
                  <a:pt x="128" y="1171"/>
                </a:lnTo>
                <a:lnTo>
                  <a:pt x="148" y="1199"/>
                </a:lnTo>
                <a:lnTo>
                  <a:pt x="170" y="1229"/>
                </a:lnTo>
                <a:lnTo>
                  <a:pt x="194" y="1255"/>
                </a:lnTo>
                <a:lnTo>
                  <a:pt x="220" y="1281"/>
                </a:lnTo>
                <a:lnTo>
                  <a:pt x="246" y="1307"/>
                </a:lnTo>
                <a:lnTo>
                  <a:pt x="272" y="1329"/>
                </a:lnTo>
                <a:lnTo>
                  <a:pt x="300" y="1353"/>
                </a:lnTo>
                <a:lnTo>
                  <a:pt x="330" y="1373"/>
                </a:lnTo>
                <a:lnTo>
                  <a:pt x="360" y="1393"/>
                </a:lnTo>
                <a:lnTo>
                  <a:pt x="392" y="1411"/>
                </a:lnTo>
                <a:lnTo>
                  <a:pt x="424" y="1427"/>
                </a:lnTo>
                <a:lnTo>
                  <a:pt x="458" y="1443"/>
                </a:lnTo>
                <a:lnTo>
                  <a:pt x="492" y="1455"/>
                </a:lnTo>
                <a:lnTo>
                  <a:pt x="526" y="1467"/>
                </a:lnTo>
                <a:lnTo>
                  <a:pt x="562" y="1477"/>
                </a:lnTo>
                <a:lnTo>
                  <a:pt x="598" y="1485"/>
                </a:lnTo>
                <a:lnTo>
                  <a:pt x="637" y="1493"/>
                </a:lnTo>
                <a:lnTo>
                  <a:pt x="673" y="1497"/>
                </a:lnTo>
                <a:lnTo>
                  <a:pt x="711" y="1501"/>
                </a:lnTo>
                <a:lnTo>
                  <a:pt x="751" y="1501"/>
                </a:lnTo>
                <a:lnTo>
                  <a:pt x="751" y="1501"/>
                </a:lnTo>
                <a:lnTo>
                  <a:pt x="789" y="1501"/>
                </a:lnTo>
                <a:lnTo>
                  <a:pt x="827" y="1497"/>
                </a:lnTo>
                <a:lnTo>
                  <a:pt x="865" y="1493"/>
                </a:lnTo>
                <a:lnTo>
                  <a:pt x="901" y="1485"/>
                </a:lnTo>
                <a:lnTo>
                  <a:pt x="937" y="1477"/>
                </a:lnTo>
                <a:lnTo>
                  <a:pt x="973" y="1467"/>
                </a:lnTo>
                <a:lnTo>
                  <a:pt x="1009" y="1455"/>
                </a:lnTo>
                <a:lnTo>
                  <a:pt x="1043" y="1443"/>
                </a:lnTo>
                <a:lnTo>
                  <a:pt x="1075" y="1427"/>
                </a:lnTo>
                <a:lnTo>
                  <a:pt x="1107" y="1411"/>
                </a:lnTo>
                <a:lnTo>
                  <a:pt x="1139" y="1393"/>
                </a:lnTo>
                <a:lnTo>
                  <a:pt x="1169" y="1373"/>
                </a:lnTo>
                <a:lnTo>
                  <a:pt x="1199" y="1353"/>
                </a:lnTo>
                <a:lnTo>
                  <a:pt x="1227" y="1329"/>
                </a:lnTo>
                <a:lnTo>
                  <a:pt x="1255" y="1307"/>
                </a:lnTo>
                <a:lnTo>
                  <a:pt x="1281" y="1281"/>
                </a:lnTo>
                <a:lnTo>
                  <a:pt x="1305" y="1255"/>
                </a:lnTo>
                <a:lnTo>
                  <a:pt x="1329" y="1229"/>
                </a:lnTo>
                <a:lnTo>
                  <a:pt x="1351" y="1199"/>
                </a:lnTo>
                <a:lnTo>
                  <a:pt x="1373" y="1171"/>
                </a:lnTo>
                <a:lnTo>
                  <a:pt x="1391" y="1139"/>
                </a:lnTo>
                <a:lnTo>
                  <a:pt x="1409" y="1109"/>
                </a:lnTo>
                <a:lnTo>
                  <a:pt x="1427" y="1077"/>
                </a:lnTo>
                <a:lnTo>
                  <a:pt x="1441" y="1043"/>
                </a:lnTo>
                <a:lnTo>
                  <a:pt x="1455" y="1009"/>
                </a:lnTo>
                <a:lnTo>
                  <a:pt x="1467" y="975"/>
                </a:lnTo>
                <a:lnTo>
                  <a:pt x="1477" y="939"/>
                </a:lnTo>
                <a:lnTo>
                  <a:pt x="1485" y="903"/>
                </a:lnTo>
                <a:lnTo>
                  <a:pt x="1491" y="865"/>
                </a:lnTo>
                <a:lnTo>
                  <a:pt x="1497" y="827"/>
                </a:lnTo>
                <a:lnTo>
                  <a:pt x="1499" y="789"/>
                </a:lnTo>
                <a:lnTo>
                  <a:pt x="1501" y="751"/>
                </a:lnTo>
                <a:lnTo>
                  <a:pt x="1501" y="751"/>
                </a:lnTo>
                <a:lnTo>
                  <a:pt x="1499" y="713"/>
                </a:lnTo>
                <a:lnTo>
                  <a:pt x="1497" y="675"/>
                </a:lnTo>
                <a:lnTo>
                  <a:pt x="1491" y="637"/>
                </a:lnTo>
                <a:lnTo>
                  <a:pt x="1485" y="601"/>
                </a:lnTo>
                <a:lnTo>
                  <a:pt x="1477" y="563"/>
                </a:lnTo>
                <a:lnTo>
                  <a:pt x="1467" y="529"/>
                </a:lnTo>
                <a:lnTo>
                  <a:pt x="1455" y="493"/>
                </a:lnTo>
                <a:lnTo>
                  <a:pt x="1441" y="459"/>
                </a:lnTo>
                <a:lnTo>
                  <a:pt x="1427" y="427"/>
                </a:lnTo>
                <a:lnTo>
                  <a:pt x="1409" y="393"/>
                </a:lnTo>
                <a:lnTo>
                  <a:pt x="1391" y="363"/>
                </a:lnTo>
                <a:lnTo>
                  <a:pt x="1373" y="330"/>
                </a:lnTo>
                <a:lnTo>
                  <a:pt x="1351" y="302"/>
                </a:lnTo>
                <a:lnTo>
                  <a:pt x="1329" y="274"/>
                </a:lnTo>
                <a:lnTo>
                  <a:pt x="1305" y="246"/>
                </a:lnTo>
                <a:lnTo>
                  <a:pt x="1281" y="220"/>
                </a:lnTo>
                <a:lnTo>
                  <a:pt x="1255" y="196"/>
                </a:lnTo>
                <a:lnTo>
                  <a:pt x="1227" y="172"/>
                </a:lnTo>
                <a:lnTo>
                  <a:pt x="1199" y="150"/>
                </a:lnTo>
                <a:lnTo>
                  <a:pt x="1169" y="128"/>
                </a:lnTo>
                <a:lnTo>
                  <a:pt x="1139" y="108"/>
                </a:lnTo>
                <a:lnTo>
                  <a:pt x="1107" y="90"/>
                </a:lnTo>
                <a:lnTo>
                  <a:pt x="1075" y="74"/>
                </a:lnTo>
                <a:lnTo>
                  <a:pt x="1043" y="60"/>
                </a:lnTo>
                <a:lnTo>
                  <a:pt x="1009" y="46"/>
                </a:lnTo>
                <a:lnTo>
                  <a:pt x="973" y="34"/>
                </a:lnTo>
                <a:lnTo>
                  <a:pt x="937" y="24"/>
                </a:lnTo>
                <a:lnTo>
                  <a:pt x="901" y="16"/>
                </a:lnTo>
                <a:lnTo>
                  <a:pt x="865" y="8"/>
                </a:lnTo>
                <a:lnTo>
                  <a:pt x="827" y="4"/>
                </a:lnTo>
                <a:lnTo>
                  <a:pt x="789" y="2"/>
                </a:lnTo>
                <a:lnTo>
                  <a:pt x="751" y="0"/>
                </a:lnTo>
                <a:close/>
              </a:path>
            </a:pathLst>
          </a:custGeom>
          <a:solidFill>
            <a:srgbClr val="CDE1F3"/>
          </a:solidFill>
          <a:ln>
            <a:noFill/>
          </a:ln>
        </p:spPr>
        <p:txBody>
          <a:bodyPr spcFirstLastPara="1" wrap="square" lIns="91425" tIns="91425" rIns="91425" bIns="91425" anchor="ctr" anchorCtr="0">
            <a:noAutofit/>
          </a:bodyPr>
          <a:lstStyle/>
          <a:p>
            <a:endParaRPr sz="700">
              <a:solidFill>
                <a:srgbClr val="DB3862"/>
              </a:solidFill>
              <a:sym typeface="Calibri"/>
            </a:endParaRPr>
          </a:p>
        </p:txBody>
      </p:sp>
      <p:sp>
        <p:nvSpPr>
          <p:cNvPr id="21" name="Rectangle: Rounded Corners 20">
            <a:extLst>
              <a:ext uri="{FF2B5EF4-FFF2-40B4-BE49-F238E27FC236}">
                <a16:creationId xmlns:a16="http://schemas.microsoft.com/office/drawing/2014/main" id="{CE5ACE58-3C52-4ABD-87A5-01D08A7E44A4}"/>
              </a:ext>
            </a:extLst>
          </p:cNvPr>
          <p:cNvSpPr/>
          <p:nvPr/>
        </p:nvSpPr>
        <p:spPr>
          <a:xfrm>
            <a:off x="798286" y="4818399"/>
            <a:ext cx="10595428" cy="1545648"/>
          </a:xfrm>
          <a:prstGeom prst="roundRect">
            <a:avLst>
              <a:gd name="adj" fmla="val 29812"/>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7075F3B-47BB-378C-CFFC-A532F3F3F5F0}"/>
              </a:ext>
            </a:extLst>
          </p:cNvPr>
          <p:cNvGrpSpPr/>
          <p:nvPr/>
        </p:nvGrpSpPr>
        <p:grpSpPr>
          <a:xfrm>
            <a:off x="8733592" y="5192073"/>
            <a:ext cx="2306925" cy="847118"/>
            <a:chOff x="3789076" y="5707867"/>
            <a:chExt cx="2306925" cy="847118"/>
          </a:xfrm>
        </p:grpSpPr>
        <p:sp>
          <p:nvSpPr>
            <p:cNvPr id="23" name="TextBox 22">
              <a:extLst>
                <a:ext uri="{FF2B5EF4-FFF2-40B4-BE49-F238E27FC236}">
                  <a16:creationId xmlns:a16="http://schemas.microsoft.com/office/drawing/2014/main" id="{41458700-EFFC-0C49-EF93-829039FF1A3C}"/>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4" name="TextBox 23">
              <a:extLst>
                <a:ext uri="{FF2B5EF4-FFF2-40B4-BE49-F238E27FC236}">
                  <a16:creationId xmlns:a16="http://schemas.microsoft.com/office/drawing/2014/main" id="{7EF26471-8BC8-7E07-3E65-38592DF2A7F8}"/>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25" name="Group 24">
            <a:extLst>
              <a:ext uri="{FF2B5EF4-FFF2-40B4-BE49-F238E27FC236}">
                <a16:creationId xmlns:a16="http://schemas.microsoft.com/office/drawing/2014/main" id="{4875ABBC-DC76-1409-C14A-2675C9576A0F}"/>
              </a:ext>
            </a:extLst>
          </p:cNvPr>
          <p:cNvGrpSpPr/>
          <p:nvPr/>
        </p:nvGrpSpPr>
        <p:grpSpPr>
          <a:xfrm>
            <a:off x="6206222" y="5192073"/>
            <a:ext cx="2306925" cy="847118"/>
            <a:chOff x="3789076" y="5707867"/>
            <a:chExt cx="2306925" cy="847118"/>
          </a:xfrm>
        </p:grpSpPr>
        <p:sp>
          <p:nvSpPr>
            <p:cNvPr id="26" name="TextBox 25">
              <a:extLst>
                <a:ext uri="{FF2B5EF4-FFF2-40B4-BE49-F238E27FC236}">
                  <a16:creationId xmlns:a16="http://schemas.microsoft.com/office/drawing/2014/main" id="{C3A69C2E-D02A-B253-D523-163183869475}"/>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7" name="TextBox 26">
              <a:extLst>
                <a:ext uri="{FF2B5EF4-FFF2-40B4-BE49-F238E27FC236}">
                  <a16:creationId xmlns:a16="http://schemas.microsoft.com/office/drawing/2014/main" id="{34C8CA88-FB71-835C-42C5-1D11D6407C6C}"/>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28" name="Group 27">
            <a:extLst>
              <a:ext uri="{FF2B5EF4-FFF2-40B4-BE49-F238E27FC236}">
                <a16:creationId xmlns:a16="http://schemas.microsoft.com/office/drawing/2014/main" id="{501747E6-B2EA-9E55-19FD-6A684F36D3CC}"/>
              </a:ext>
            </a:extLst>
          </p:cNvPr>
          <p:cNvGrpSpPr/>
          <p:nvPr/>
        </p:nvGrpSpPr>
        <p:grpSpPr>
          <a:xfrm>
            <a:off x="3678853" y="5192073"/>
            <a:ext cx="2306925" cy="847118"/>
            <a:chOff x="3789076" y="5707867"/>
            <a:chExt cx="2306925" cy="847118"/>
          </a:xfrm>
        </p:grpSpPr>
        <p:sp>
          <p:nvSpPr>
            <p:cNvPr id="29" name="TextBox 28">
              <a:extLst>
                <a:ext uri="{FF2B5EF4-FFF2-40B4-BE49-F238E27FC236}">
                  <a16:creationId xmlns:a16="http://schemas.microsoft.com/office/drawing/2014/main" id="{94EAA8AC-F90F-E547-9F4F-F86F20A68276}"/>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30" name="TextBox 29">
              <a:extLst>
                <a:ext uri="{FF2B5EF4-FFF2-40B4-BE49-F238E27FC236}">
                  <a16:creationId xmlns:a16="http://schemas.microsoft.com/office/drawing/2014/main" id="{DF75FDC5-B83D-2DF6-6362-6CD2801659F2}"/>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31" name="Group 30">
            <a:extLst>
              <a:ext uri="{FF2B5EF4-FFF2-40B4-BE49-F238E27FC236}">
                <a16:creationId xmlns:a16="http://schemas.microsoft.com/office/drawing/2014/main" id="{4F7B065B-03D7-AAF2-D56F-D6D764FFDDC9}"/>
              </a:ext>
            </a:extLst>
          </p:cNvPr>
          <p:cNvGrpSpPr/>
          <p:nvPr/>
        </p:nvGrpSpPr>
        <p:grpSpPr>
          <a:xfrm>
            <a:off x="1151484" y="5192073"/>
            <a:ext cx="2306925" cy="847118"/>
            <a:chOff x="3789076" y="5707867"/>
            <a:chExt cx="2306925" cy="847118"/>
          </a:xfrm>
        </p:grpSpPr>
        <p:sp>
          <p:nvSpPr>
            <p:cNvPr id="32" name="TextBox 31">
              <a:extLst>
                <a:ext uri="{FF2B5EF4-FFF2-40B4-BE49-F238E27FC236}">
                  <a16:creationId xmlns:a16="http://schemas.microsoft.com/office/drawing/2014/main" id="{91F75ABA-BF0C-E1D7-A9FB-672AACCE62F0}"/>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33" name="TextBox 32">
              <a:extLst>
                <a:ext uri="{FF2B5EF4-FFF2-40B4-BE49-F238E27FC236}">
                  <a16:creationId xmlns:a16="http://schemas.microsoft.com/office/drawing/2014/main" id="{D1419C33-81AA-67AF-82DE-78FB5FEFF5DC}"/>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cxnSp>
        <p:nvCxnSpPr>
          <p:cNvPr id="36" name="Connector: Elbow 35">
            <a:extLst>
              <a:ext uri="{FF2B5EF4-FFF2-40B4-BE49-F238E27FC236}">
                <a16:creationId xmlns:a16="http://schemas.microsoft.com/office/drawing/2014/main" id="{2F817ADC-B997-F25D-D1A0-0B0370E3D595}"/>
              </a:ext>
            </a:extLst>
          </p:cNvPr>
          <p:cNvCxnSpPr>
            <a:cxnSpLocks/>
          </p:cNvCxnSpPr>
          <p:nvPr/>
        </p:nvCxnSpPr>
        <p:spPr>
          <a:xfrm rot="16200000" flipH="1">
            <a:off x="8491676" y="3714722"/>
            <a:ext cx="1371628" cy="1328689"/>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17E8D3E6-C023-756C-A37F-F9C4EF3EA724}"/>
              </a:ext>
            </a:extLst>
          </p:cNvPr>
          <p:cNvCxnSpPr>
            <a:cxnSpLocks/>
          </p:cNvCxnSpPr>
          <p:nvPr/>
        </p:nvCxnSpPr>
        <p:spPr>
          <a:xfrm rot="5400000">
            <a:off x="2154892" y="3901923"/>
            <a:ext cx="1189568" cy="1136352"/>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0671226-1C0D-19D1-0270-872B786B28E1}"/>
              </a:ext>
            </a:extLst>
          </p:cNvPr>
          <p:cNvCxnSpPr>
            <a:cxnSpLocks/>
          </p:cNvCxnSpPr>
          <p:nvPr/>
        </p:nvCxnSpPr>
        <p:spPr>
          <a:xfrm rot="16200000" flipH="1">
            <a:off x="6423733" y="4133062"/>
            <a:ext cx="1159575" cy="897493"/>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5BA751E8-F3A4-09B7-AF40-77B00B3011BC}"/>
              </a:ext>
            </a:extLst>
          </p:cNvPr>
          <p:cNvCxnSpPr>
            <a:cxnSpLocks/>
          </p:cNvCxnSpPr>
          <p:nvPr/>
        </p:nvCxnSpPr>
        <p:spPr>
          <a:xfrm rot="5400000">
            <a:off x="4358379" y="4342393"/>
            <a:ext cx="1021377" cy="423598"/>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D5FB27E-795E-4B9D-6037-3D61651C9944}"/>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50" name="TextBox 49">
            <a:extLst>
              <a:ext uri="{FF2B5EF4-FFF2-40B4-BE49-F238E27FC236}">
                <a16:creationId xmlns:a16="http://schemas.microsoft.com/office/drawing/2014/main" id="{C8C64141-B325-4021-FE84-560714DF30ED}"/>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6" name="Slide Number Placeholder 5">
            <a:extLst>
              <a:ext uri="{FF2B5EF4-FFF2-40B4-BE49-F238E27FC236}">
                <a16:creationId xmlns:a16="http://schemas.microsoft.com/office/drawing/2014/main" id="{DF810ADB-BE27-9E52-E8E0-831B8AF9105D}"/>
              </a:ext>
            </a:extLst>
          </p:cNvPr>
          <p:cNvSpPr>
            <a:spLocks noGrp="1"/>
          </p:cNvSpPr>
          <p:nvPr>
            <p:ph type="sldNum" sz="quarter" idx="4"/>
          </p:nvPr>
        </p:nvSpPr>
        <p:spPr/>
        <p:txBody>
          <a:bodyPr/>
          <a:lstStyle/>
          <a:p>
            <a:fld id="{0262F45B-057E-45F1-BF75-BEAC56186E37}" type="slidenum">
              <a:rPr lang="en-US" smtClean="0"/>
              <a:pPr/>
              <a:t>13</a:t>
            </a:fld>
            <a:endParaRPr lang="en-US" dirty="0"/>
          </a:p>
        </p:txBody>
      </p:sp>
    </p:spTree>
    <p:extLst>
      <p:ext uri="{BB962C8B-B14F-4D97-AF65-F5344CB8AC3E}">
        <p14:creationId xmlns:p14="http://schemas.microsoft.com/office/powerpoint/2010/main" val="4200533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250" fill="hold"/>
                                        <p:tgtEl>
                                          <p:spTgt spid="22"/>
                                        </p:tgtEl>
                                        <p:attrNameLst>
                                          <p:attrName>ppt_w</p:attrName>
                                        </p:attrNameLst>
                                      </p:cBhvr>
                                      <p:tavLst>
                                        <p:tav tm="0">
                                          <p:val>
                                            <p:strVal val="4/3*#ppt_w"/>
                                          </p:val>
                                        </p:tav>
                                        <p:tav tm="100000">
                                          <p:val>
                                            <p:strVal val="#ppt_w"/>
                                          </p:val>
                                        </p:tav>
                                      </p:tavLst>
                                    </p:anim>
                                    <p:anim calcmode="lin" valueType="num">
                                      <p:cBhvr>
                                        <p:cTn id="8" dur="250" fill="hold"/>
                                        <p:tgtEl>
                                          <p:spTgt spid="22"/>
                                        </p:tgtEl>
                                        <p:attrNameLst>
                                          <p:attrName>ppt_h</p:attrName>
                                        </p:attrNameLst>
                                      </p:cBhvr>
                                      <p:tavLst>
                                        <p:tav tm="0">
                                          <p:val>
                                            <p:strVal val="4/3*#ppt_h"/>
                                          </p:val>
                                        </p:tav>
                                        <p:tav tm="100000">
                                          <p:val>
                                            <p:strVal val="#ppt_h"/>
                                          </p:val>
                                        </p:tav>
                                      </p:tavLst>
                                    </p:anim>
                                  </p:childTnLst>
                                </p:cTn>
                              </p:par>
                            </p:childTnLst>
                          </p:cTn>
                        </p:par>
                        <p:par>
                          <p:cTn id="9" fill="hold">
                            <p:stCondLst>
                              <p:cond delay="250"/>
                            </p:stCondLst>
                            <p:childTnLst>
                              <p:par>
                                <p:cTn id="10" presetID="23" presetClass="entr" presetSubtype="288" fill="hold"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250" fill="hold"/>
                                        <p:tgtEl>
                                          <p:spTgt spid="25"/>
                                        </p:tgtEl>
                                        <p:attrNameLst>
                                          <p:attrName>ppt_w</p:attrName>
                                        </p:attrNameLst>
                                      </p:cBhvr>
                                      <p:tavLst>
                                        <p:tav tm="0">
                                          <p:val>
                                            <p:strVal val="4/3*#ppt_w"/>
                                          </p:val>
                                        </p:tav>
                                        <p:tav tm="100000">
                                          <p:val>
                                            <p:strVal val="#ppt_w"/>
                                          </p:val>
                                        </p:tav>
                                      </p:tavLst>
                                    </p:anim>
                                    <p:anim calcmode="lin" valueType="num">
                                      <p:cBhvr>
                                        <p:cTn id="13" dur="250" fill="hold"/>
                                        <p:tgtEl>
                                          <p:spTgt spid="25"/>
                                        </p:tgtEl>
                                        <p:attrNameLst>
                                          <p:attrName>ppt_h</p:attrName>
                                        </p:attrNameLst>
                                      </p:cBhvr>
                                      <p:tavLst>
                                        <p:tav tm="0">
                                          <p:val>
                                            <p:strVal val="4/3*#ppt_h"/>
                                          </p:val>
                                        </p:tav>
                                        <p:tav tm="100000">
                                          <p:val>
                                            <p:strVal val="#ppt_h"/>
                                          </p:val>
                                        </p:tav>
                                      </p:tavLst>
                                    </p:anim>
                                  </p:childTnLst>
                                </p:cTn>
                              </p:par>
                            </p:childTnLst>
                          </p:cTn>
                        </p:par>
                        <p:par>
                          <p:cTn id="14" fill="hold">
                            <p:stCondLst>
                              <p:cond delay="500"/>
                            </p:stCondLst>
                            <p:childTnLst>
                              <p:par>
                                <p:cTn id="15" presetID="23" presetClass="entr" presetSubtype="288" fill="hold"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250" fill="hold"/>
                                        <p:tgtEl>
                                          <p:spTgt spid="28"/>
                                        </p:tgtEl>
                                        <p:attrNameLst>
                                          <p:attrName>ppt_w</p:attrName>
                                        </p:attrNameLst>
                                      </p:cBhvr>
                                      <p:tavLst>
                                        <p:tav tm="0">
                                          <p:val>
                                            <p:strVal val="4/3*#ppt_w"/>
                                          </p:val>
                                        </p:tav>
                                        <p:tav tm="100000">
                                          <p:val>
                                            <p:strVal val="#ppt_w"/>
                                          </p:val>
                                        </p:tav>
                                      </p:tavLst>
                                    </p:anim>
                                    <p:anim calcmode="lin" valueType="num">
                                      <p:cBhvr>
                                        <p:cTn id="18" dur="250" fill="hold"/>
                                        <p:tgtEl>
                                          <p:spTgt spid="28"/>
                                        </p:tgtEl>
                                        <p:attrNameLst>
                                          <p:attrName>ppt_h</p:attrName>
                                        </p:attrNameLst>
                                      </p:cBhvr>
                                      <p:tavLst>
                                        <p:tav tm="0">
                                          <p:val>
                                            <p:strVal val="4/3*#ppt_h"/>
                                          </p:val>
                                        </p:tav>
                                        <p:tav tm="100000">
                                          <p:val>
                                            <p:strVal val="#ppt_h"/>
                                          </p:val>
                                        </p:tav>
                                      </p:tavLst>
                                    </p:anim>
                                  </p:childTnLst>
                                </p:cTn>
                              </p:par>
                            </p:childTnLst>
                          </p:cTn>
                        </p:par>
                        <p:par>
                          <p:cTn id="19" fill="hold">
                            <p:stCondLst>
                              <p:cond delay="750"/>
                            </p:stCondLst>
                            <p:childTnLst>
                              <p:par>
                                <p:cTn id="20" presetID="23" presetClass="entr" presetSubtype="288"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250" fill="hold"/>
                                        <p:tgtEl>
                                          <p:spTgt spid="31"/>
                                        </p:tgtEl>
                                        <p:attrNameLst>
                                          <p:attrName>ppt_w</p:attrName>
                                        </p:attrNameLst>
                                      </p:cBhvr>
                                      <p:tavLst>
                                        <p:tav tm="0">
                                          <p:val>
                                            <p:strVal val="4/3*#ppt_w"/>
                                          </p:val>
                                        </p:tav>
                                        <p:tav tm="100000">
                                          <p:val>
                                            <p:strVal val="#ppt_w"/>
                                          </p:val>
                                        </p:tav>
                                      </p:tavLst>
                                    </p:anim>
                                    <p:anim calcmode="lin" valueType="num">
                                      <p:cBhvr>
                                        <p:cTn id="23" dur="250" fill="hold"/>
                                        <p:tgtEl>
                                          <p:spTgt spid="3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347F6975-CC52-0336-1A0C-4CE71F9CDD7E}"/>
              </a:ext>
            </a:extLst>
          </p:cNvPr>
          <p:cNvSpPr/>
          <p:nvPr/>
        </p:nvSpPr>
        <p:spPr>
          <a:xfrm>
            <a:off x="1879570" y="1892103"/>
            <a:ext cx="8195375" cy="4455511"/>
          </a:xfrm>
          <a:prstGeom prst="roundRect">
            <a:avLst>
              <a:gd name="adj" fmla="val 8271"/>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3B23E86-1303-E808-FD76-E7DE626F3C41}"/>
              </a:ext>
            </a:extLst>
          </p:cNvPr>
          <p:cNvSpPr/>
          <p:nvPr/>
        </p:nvSpPr>
        <p:spPr>
          <a:xfrm>
            <a:off x="9275313" y="2563997"/>
            <a:ext cx="853637" cy="504000"/>
          </a:xfrm>
          <a:prstGeom prst="roundRect">
            <a:avLst>
              <a:gd name="adj" fmla="val 17013"/>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685;p44">
            <a:extLst>
              <a:ext uri="{FF2B5EF4-FFF2-40B4-BE49-F238E27FC236}">
                <a16:creationId xmlns:a16="http://schemas.microsoft.com/office/drawing/2014/main" id="{AA4C0C8B-8537-83C7-5FAD-8B3F94006A00}"/>
              </a:ext>
            </a:extLst>
          </p:cNvPr>
          <p:cNvSpPr txBox="1"/>
          <p:nvPr/>
        </p:nvSpPr>
        <p:spPr>
          <a:xfrm>
            <a:off x="9472687" y="2684971"/>
            <a:ext cx="455215"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3600" dirty="0">
                <a:solidFill>
                  <a:schemeClr val="tx1"/>
                </a:solidFill>
                <a:sym typeface="Roboto Condensed"/>
              </a:rPr>
              <a:t>1</a:t>
            </a:r>
            <a:endParaRPr sz="3600" dirty="0">
              <a:solidFill>
                <a:schemeClr val="tx1"/>
              </a:solidFill>
              <a:sym typeface="Roboto Condensed"/>
            </a:endParaRPr>
          </a:p>
        </p:txBody>
      </p:sp>
      <p:grpSp>
        <p:nvGrpSpPr>
          <p:cNvPr id="7" name="Group 6">
            <a:extLst>
              <a:ext uri="{FF2B5EF4-FFF2-40B4-BE49-F238E27FC236}">
                <a16:creationId xmlns:a16="http://schemas.microsoft.com/office/drawing/2014/main" id="{8988F5CB-A6E7-F6E6-B7C3-3BDE80A28A9B}"/>
              </a:ext>
            </a:extLst>
          </p:cNvPr>
          <p:cNvGrpSpPr/>
          <p:nvPr/>
        </p:nvGrpSpPr>
        <p:grpSpPr>
          <a:xfrm>
            <a:off x="2535002" y="2563997"/>
            <a:ext cx="6593268" cy="865003"/>
            <a:chOff x="-497267" y="5689982"/>
            <a:chExt cx="6593268" cy="865003"/>
          </a:xfrm>
        </p:grpSpPr>
        <p:sp>
          <p:nvSpPr>
            <p:cNvPr id="8" name="TextBox 7">
              <a:extLst>
                <a:ext uri="{FF2B5EF4-FFF2-40B4-BE49-F238E27FC236}">
                  <a16:creationId xmlns:a16="http://schemas.microsoft.com/office/drawing/2014/main" id="{D45143D5-BA14-2BAB-1785-D42960AF125D}"/>
                </a:ext>
              </a:extLst>
            </p:cNvPr>
            <p:cNvSpPr txBox="1"/>
            <p:nvPr/>
          </p:nvSpPr>
          <p:spPr>
            <a:xfrm>
              <a:off x="-497267" y="5689982"/>
              <a:ext cx="6593267"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9" name="TextBox 8">
              <a:extLst>
                <a:ext uri="{FF2B5EF4-FFF2-40B4-BE49-F238E27FC236}">
                  <a16:creationId xmlns:a16="http://schemas.microsoft.com/office/drawing/2014/main" id="{FB678C99-8C15-0CAF-3AED-57F8260D25B7}"/>
                </a:ext>
              </a:extLst>
            </p:cNvPr>
            <p:cNvSpPr txBox="1"/>
            <p:nvPr/>
          </p:nvSpPr>
          <p:spPr>
            <a:xfrm>
              <a:off x="-497266" y="6093320"/>
              <a:ext cx="6593267"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زمان مورد نیازلورم ایپسوم متن ساختگی سوالات طراحی اساسا مورد استفاده زمان مورد نیاز قرار گیرد. جوابگوی استفاده زمان مورد نیاز جوابگوی سوالات طراحی اساسا مورد استفاده زمان مورد نیاز قرار گیرد.</a:t>
              </a:r>
            </a:p>
          </p:txBody>
        </p:sp>
      </p:grpSp>
      <p:sp>
        <p:nvSpPr>
          <p:cNvPr id="18" name="Rectangle: Rounded Corners 17">
            <a:extLst>
              <a:ext uri="{FF2B5EF4-FFF2-40B4-BE49-F238E27FC236}">
                <a16:creationId xmlns:a16="http://schemas.microsoft.com/office/drawing/2014/main" id="{C92BA04A-D15D-7CE9-5A56-8ABB2330A7FE}"/>
              </a:ext>
            </a:extLst>
          </p:cNvPr>
          <p:cNvSpPr/>
          <p:nvPr/>
        </p:nvSpPr>
        <p:spPr>
          <a:xfrm>
            <a:off x="9275313" y="3783197"/>
            <a:ext cx="853637" cy="504000"/>
          </a:xfrm>
          <a:prstGeom prst="roundRect">
            <a:avLst>
              <a:gd name="adj" fmla="val 17013"/>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Google Shape;685;p44">
            <a:extLst>
              <a:ext uri="{FF2B5EF4-FFF2-40B4-BE49-F238E27FC236}">
                <a16:creationId xmlns:a16="http://schemas.microsoft.com/office/drawing/2014/main" id="{CDCB9A4F-807F-7D8F-9C41-642CCE828CB9}"/>
              </a:ext>
            </a:extLst>
          </p:cNvPr>
          <p:cNvSpPr txBox="1"/>
          <p:nvPr/>
        </p:nvSpPr>
        <p:spPr>
          <a:xfrm>
            <a:off x="9472687" y="3904171"/>
            <a:ext cx="455215"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3600" dirty="0">
                <a:solidFill>
                  <a:schemeClr val="tx1"/>
                </a:solidFill>
                <a:sym typeface="Roboto Condensed"/>
              </a:rPr>
              <a:t>2</a:t>
            </a:r>
            <a:endParaRPr sz="3600" dirty="0">
              <a:solidFill>
                <a:schemeClr val="tx1"/>
              </a:solidFill>
              <a:sym typeface="Roboto Condensed"/>
            </a:endParaRPr>
          </a:p>
        </p:txBody>
      </p:sp>
      <p:sp>
        <p:nvSpPr>
          <p:cNvPr id="25" name="Rectangle: Rounded Corners 24">
            <a:extLst>
              <a:ext uri="{FF2B5EF4-FFF2-40B4-BE49-F238E27FC236}">
                <a16:creationId xmlns:a16="http://schemas.microsoft.com/office/drawing/2014/main" id="{EB108727-2CB1-F23E-748E-331CCC9661E3}"/>
              </a:ext>
            </a:extLst>
          </p:cNvPr>
          <p:cNvSpPr/>
          <p:nvPr/>
        </p:nvSpPr>
        <p:spPr>
          <a:xfrm>
            <a:off x="9275313" y="5002397"/>
            <a:ext cx="853638" cy="504000"/>
          </a:xfrm>
          <a:prstGeom prst="roundRect">
            <a:avLst>
              <a:gd name="adj" fmla="val 17013"/>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oogle Shape;685;p44">
            <a:extLst>
              <a:ext uri="{FF2B5EF4-FFF2-40B4-BE49-F238E27FC236}">
                <a16:creationId xmlns:a16="http://schemas.microsoft.com/office/drawing/2014/main" id="{62E3D3F6-10EC-C042-C38A-A78CF86E53EC}"/>
              </a:ext>
            </a:extLst>
          </p:cNvPr>
          <p:cNvSpPr txBox="1"/>
          <p:nvPr/>
        </p:nvSpPr>
        <p:spPr>
          <a:xfrm>
            <a:off x="9472687" y="5123371"/>
            <a:ext cx="455215" cy="383026"/>
          </a:xfrm>
          <a:prstGeom prst="rect">
            <a:avLst/>
          </a:prstGeom>
          <a:noFill/>
          <a:ln>
            <a:noFill/>
          </a:ln>
        </p:spPr>
        <p:txBody>
          <a:bodyPr spcFirstLastPara="1" wrap="square" lIns="0" tIns="6700" rIns="0" bIns="0" anchor="ctr" anchorCtr="0">
            <a:noAutofit/>
          </a:bodyPr>
          <a:lstStyle>
            <a:defPPr>
              <a:defRPr lang="en-US"/>
            </a:defPPr>
            <a:lvl1pPr marL="12700" marR="0" lvl="0" indent="0" algn="ctr">
              <a:lnSpc>
                <a:spcPct val="100000"/>
              </a:lnSpc>
              <a:spcBef>
                <a:spcPts val="0"/>
              </a:spcBef>
              <a:spcAft>
                <a:spcPts val="0"/>
              </a:spcAft>
              <a:buNone/>
              <a:defRPr b="1">
                <a:solidFill>
                  <a:srgbClr val="717076"/>
                </a:solidFill>
                <a:latin typeface="IRAN(FaNum)" panose="020B0606030804020204" pitchFamily="34" charset="-78"/>
                <a:ea typeface="Roboto Condensed"/>
                <a:cs typeface="IRAN(FaNum)" panose="020B0606030804020204" pitchFamily="34" charset="-78"/>
              </a:defRPr>
            </a:lvl1pPr>
          </a:lstStyle>
          <a:p>
            <a:r>
              <a:rPr lang="fa-IR" sz="3600" dirty="0">
                <a:solidFill>
                  <a:schemeClr val="tx1"/>
                </a:solidFill>
                <a:sym typeface="Roboto Condensed"/>
              </a:rPr>
              <a:t>3</a:t>
            </a:r>
            <a:endParaRPr sz="3600" dirty="0">
              <a:solidFill>
                <a:schemeClr val="tx1"/>
              </a:solidFill>
              <a:sym typeface="Roboto Condensed"/>
            </a:endParaRPr>
          </a:p>
        </p:txBody>
      </p:sp>
      <p:sp>
        <p:nvSpPr>
          <p:cNvPr id="35" name="TextBox 34">
            <a:extLst>
              <a:ext uri="{FF2B5EF4-FFF2-40B4-BE49-F238E27FC236}">
                <a16:creationId xmlns:a16="http://schemas.microsoft.com/office/drawing/2014/main" id="{444D7B7C-560A-CB16-5532-FB56408CECB4}"/>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36" name="TextBox 35">
            <a:extLst>
              <a:ext uri="{FF2B5EF4-FFF2-40B4-BE49-F238E27FC236}">
                <a16:creationId xmlns:a16="http://schemas.microsoft.com/office/drawing/2014/main" id="{B99F7ACE-9139-A596-E01C-785BE0D1BF4D}"/>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pic>
        <p:nvPicPr>
          <p:cNvPr id="38" name="Graphic 37">
            <a:extLst>
              <a:ext uri="{FF2B5EF4-FFF2-40B4-BE49-F238E27FC236}">
                <a16:creationId xmlns:a16="http://schemas.microsoft.com/office/drawing/2014/main" id="{95E88974-1CB9-F131-4397-439D1E10E5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21091637">
            <a:off x="463860" y="5025355"/>
            <a:ext cx="3191109" cy="4265835"/>
          </a:xfrm>
          <a:prstGeom prst="rect">
            <a:avLst/>
          </a:prstGeom>
          <a:effectLst>
            <a:outerShdw blurRad="508000" sx="102000" sy="102000" algn="ctr" rotWithShape="0">
              <a:prstClr val="black">
                <a:alpha val="40000"/>
              </a:prstClr>
            </a:outerShdw>
          </a:effectLst>
        </p:spPr>
      </p:pic>
      <p:grpSp>
        <p:nvGrpSpPr>
          <p:cNvPr id="40" name="Group 39">
            <a:extLst>
              <a:ext uri="{FF2B5EF4-FFF2-40B4-BE49-F238E27FC236}">
                <a16:creationId xmlns:a16="http://schemas.microsoft.com/office/drawing/2014/main" id="{6DDA2E96-F6B3-EE0E-4779-C3A31892CBB9}"/>
              </a:ext>
            </a:extLst>
          </p:cNvPr>
          <p:cNvGrpSpPr/>
          <p:nvPr/>
        </p:nvGrpSpPr>
        <p:grpSpPr>
          <a:xfrm>
            <a:off x="2535002" y="3783196"/>
            <a:ext cx="6593268" cy="865003"/>
            <a:chOff x="-497267" y="5689982"/>
            <a:chExt cx="6593268" cy="865003"/>
          </a:xfrm>
        </p:grpSpPr>
        <p:sp>
          <p:nvSpPr>
            <p:cNvPr id="41" name="TextBox 40">
              <a:extLst>
                <a:ext uri="{FF2B5EF4-FFF2-40B4-BE49-F238E27FC236}">
                  <a16:creationId xmlns:a16="http://schemas.microsoft.com/office/drawing/2014/main" id="{89C26A0E-286B-481E-C443-21FE828C77EE}"/>
                </a:ext>
              </a:extLst>
            </p:cNvPr>
            <p:cNvSpPr txBox="1"/>
            <p:nvPr/>
          </p:nvSpPr>
          <p:spPr>
            <a:xfrm>
              <a:off x="-497267" y="5689982"/>
              <a:ext cx="6593267"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42" name="TextBox 41">
              <a:extLst>
                <a:ext uri="{FF2B5EF4-FFF2-40B4-BE49-F238E27FC236}">
                  <a16:creationId xmlns:a16="http://schemas.microsoft.com/office/drawing/2014/main" id="{78E89D0A-C3C6-F3FA-B330-22D1E96F2FDA}"/>
                </a:ext>
              </a:extLst>
            </p:cNvPr>
            <p:cNvSpPr txBox="1"/>
            <p:nvPr/>
          </p:nvSpPr>
          <p:spPr>
            <a:xfrm>
              <a:off x="-497266" y="6093320"/>
              <a:ext cx="6593267"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زمان مورد نیازلورم ایپسوم متن ساختگی سوالات طراحی اساسا مورد استفاده زمان مورد نیاز قرار گیرد. جوابگوی استفاده زمان مورد نیاز جوابگوی سوالات طراحی اساسا مورد استفاده زمان مورد نیاز قرار گیرد.</a:t>
              </a:r>
            </a:p>
          </p:txBody>
        </p:sp>
      </p:grpSp>
      <p:grpSp>
        <p:nvGrpSpPr>
          <p:cNvPr id="43" name="Group 42">
            <a:extLst>
              <a:ext uri="{FF2B5EF4-FFF2-40B4-BE49-F238E27FC236}">
                <a16:creationId xmlns:a16="http://schemas.microsoft.com/office/drawing/2014/main" id="{4FB28839-F914-B9D5-E8A3-D796C179B09E}"/>
              </a:ext>
            </a:extLst>
          </p:cNvPr>
          <p:cNvGrpSpPr/>
          <p:nvPr/>
        </p:nvGrpSpPr>
        <p:grpSpPr>
          <a:xfrm>
            <a:off x="2535002" y="5006259"/>
            <a:ext cx="6593268" cy="865003"/>
            <a:chOff x="-497267" y="5689982"/>
            <a:chExt cx="6593268" cy="865003"/>
          </a:xfrm>
        </p:grpSpPr>
        <p:sp>
          <p:nvSpPr>
            <p:cNvPr id="44" name="TextBox 43">
              <a:extLst>
                <a:ext uri="{FF2B5EF4-FFF2-40B4-BE49-F238E27FC236}">
                  <a16:creationId xmlns:a16="http://schemas.microsoft.com/office/drawing/2014/main" id="{6C1AF921-FC3A-51FA-4794-5D90134F00FB}"/>
                </a:ext>
              </a:extLst>
            </p:cNvPr>
            <p:cNvSpPr txBox="1"/>
            <p:nvPr/>
          </p:nvSpPr>
          <p:spPr>
            <a:xfrm>
              <a:off x="-497267" y="5689982"/>
              <a:ext cx="6593267" cy="400110"/>
            </a:xfrm>
            <a:prstGeom prst="rect">
              <a:avLst/>
            </a:prstGeom>
            <a:noFill/>
          </p:spPr>
          <p:txBody>
            <a:bodyPr wrap="square" rtlCol="0">
              <a:spAutoFit/>
            </a:bodyPr>
            <a:lstStyle/>
            <a:p>
              <a:pPr algn="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45" name="TextBox 44">
              <a:extLst>
                <a:ext uri="{FF2B5EF4-FFF2-40B4-BE49-F238E27FC236}">
                  <a16:creationId xmlns:a16="http://schemas.microsoft.com/office/drawing/2014/main" id="{6E6409B5-F6F8-4921-9406-12EB36DB3980}"/>
                </a:ext>
              </a:extLst>
            </p:cNvPr>
            <p:cNvSpPr txBox="1"/>
            <p:nvPr/>
          </p:nvSpPr>
          <p:spPr>
            <a:xfrm>
              <a:off x="-497266" y="6093320"/>
              <a:ext cx="6593267"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زمان مورد نیازلورم ایپسوم متن ساختگی سوالات طراحی اساسا مورد استفاده زمان مورد نیاز قرار گیرد. جوابگوی استفاده زمان مورد نیاز جوابگوی سوالات طراحی اساسا مورد استفاده زمان مورد نیاز قرار گیرد.</a:t>
              </a:r>
            </a:p>
          </p:txBody>
        </p:sp>
      </p:grpSp>
      <p:sp>
        <p:nvSpPr>
          <p:cNvPr id="50" name="Slide Number Placeholder 49">
            <a:extLst>
              <a:ext uri="{FF2B5EF4-FFF2-40B4-BE49-F238E27FC236}">
                <a16:creationId xmlns:a16="http://schemas.microsoft.com/office/drawing/2014/main" id="{65C3A716-5846-23B2-6CF5-729FA1024835}"/>
              </a:ext>
            </a:extLst>
          </p:cNvPr>
          <p:cNvSpPr>
            <a:spLocks noGrp="1"/>
          </p:cNvSpPr>
          <p:nvPr>
            <p:ph type="sldNum" sz="quarter" idx="4"/>
          </p:nvPr>
        </p:nvSpPr>
        <p:spPr/>
        <p:txBody>
          <a:bodyPr/>
          <a:lstStyle/>
          <a:p>
            <a:fld id="{0262F45B-057E-45F1-BF75-BEAC56186E37}" type="slidenum">
              <a:rPr lang="en-US" smtClean="0"/>
              <a:pPr/>
              <a:t>14</a:t>
            </a:fld>
            <a:endParaRPr lang="en-US" dirty="0"/>
          </a:p>
        </p:txBody>
      </p:sp>
    </p:spTree>
    <p:extLst>
      <p:ext uri="{BB962C8B-B14F-4D97-AF65-F5344CB8AC3E}">
        <p14:creationId xmlns:p14="http://schemas.microsoft.com/office/powerpoint/2010/main" val="1017257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4/3*#ppt_w"/>
                                          </p:val>
                                        </p:tav>
                                        <p:tav tm="100000">
                                          <p:val>
                                            <p:strVal val="#ppt_w"/>
                                          </p:val>
                                        </p:tav>
                                      </p:tavLst>
                                    </p:anim>
                                    <p:anim calcmode="lin" valueType="num">
                                      <p:cBhvr>
                                        <p:cTn id="8" dur="500" fill="hold"/>
                                        <p:tgtEl>
                                          <p:spTgt spid="4"/>
                                        </p:tgtEl>
                                        <p:attrNameLst>
                                          <p:attrName>ppt_h</p:attrName>
                                        </p:attrNameLst>
                                      </p:cBhvr>
                                      <p:tavLst>
                                        <p:tav tm="0">
                                          <p:val>
                                            <p:strVal val="4/3*#ppt_h"/>
                                          </p:val>
                                        </p:tav>
                                        <p:tav tm="100000">
                                          <p:val>
                                            <p:strVal val="#ppt_h"/>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000"/>
                            </p:stCondLst>
                            <p:childTnLst>
                              <p:par>
                                <p:cTn id="18" presetID="2" presetClass="entr" presetSubtype="2" decel="10000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additive="base">
                                        <p:cTn id="20" dur="500" fill="hold"/>
                                        <p:tgtEl>
                                          <p:spTgt spid="18"/>
                                        </p:tgtEl>
                                        <p:attrNameLst>
                                          <p:attrName>ppt_x</p:attrName>
                                        </p:attrNameLst>
                                      </p:cBhvr>
                                      <p:tavLst>
                                        <p:tav tm="0">
                                          <p:val>
                                            <p:strVal val="1+#ppt_w/2"/>
                                          </p:val>
                                        </p:tav>
                                        <p:tav tm="100000">
                                          <p:val>
                                            <p:strVal val="#ppt_x"/>
                                          </p:val>
                                        </p:tav>
                                      </p:tavLst>
                                    </p:anim>
                                    <p:anim calcmode="lin" valueType="num">
                                      <p:cBhvr additive="base">
                                        <p:cTn id="21" dur="500" fill="hold"/>
                                        <p:tgtEl>
                                          <p:spTgt spid="18"/>
                                        </p:tgtEl>
                                        <p:attrNameLst>
                                          <p:attrName>ppt_y</p:attrName>
                                        </p:attrNameLst>
                                      </p:cBhvr>
                                      <p:tavLst>
                                        <p:tav tm="0">
                                          <p:val>
                                            <p:strVal val="#ppt_y"/>
                                          </p:val>
                                        </p:tav>
                                        <p:tav tm="100000">
                                          <p:val>
                                            <p:strVal val="#ppt_y"/>
                                          </p:val>
                                        </p:tav>
                                      </p:tavLst>
                                    </p:anim>
                                  </p:childTnLst>
                                </p:cTn>
                              </p:par>
                              <p:par>
                                <p:cTn id="22" presetID="23" presetClass="entr" presetSubtype="288"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strVal val="4/3*#ppt_w"/>
                                          </p:val>
                                        </p:tav>
                                        <p:tav tm="100000">
                                          <p:val>
                                            <p:strVal val="#ppt_w"/>
                                          </p:val>
                                        </p:tav>
                                      </p:tavLst>
                                    </p:anim>
                                    <p:anim calcmode="lin" valueType="num">
                                      <p:cBhvr>
                                        <p:cTn id="25" dur="500" fill="hold"/>
                                        <p:tgtEl>
                                          <p:spTgt spid="19"/>
                                        </p:tgtEl>
                                        <p:attrNameLst>
                                          <p:attrName>ppt_h</p:attrName>
                                        </p:attrNameLst>
                                      </p:cBhvr>
                                      <p:tavLst>
                                        <p:tav tm="0">
                                          <p:val>
                                            <p:strVal val="4/3*#ppt_h"/>
                                          </p:val>
                                        </p:tav>
                                        <p:tav tm="100000">
                                          <p:val>
                                            <p:strVal val="#ppt_h"/>
                                          </p:val>
                                        </p:tav>
                                      </p:tavLst>
                                    </p:anim>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childTnLst>
                          </p:cTn>
                        </p:par>
                        <p:par>
                          <p:cTn id="30" fill="hold">
                            <p:stCondLst>
                              <p:cond delay="2000"/>
                            </p:stCondLst>
                            <p:childTnLst>
                              <p:par>
                                <p:cTn id="31" presetID="2" presetClass="entr" presetSubtype="2" decel="10000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1+#ppt_w/2"/>
                                          </p:val>
                                        </p:tav>
                                        <p:tav tm="100000">
                                          <p:val>
                                            <p:strVal val="#ppt_x"/>
                                          </p:val>
                                        </p:tav>
                                      </p:tavLst>
                                    </p:anim>
                                    <p:anim calcmode="lin" valueType="num">
                                      <p:cBhvr additive="base">
                                        <p:cTn id="34" dur="500" fill="hold"/>
                                        <p:tgtEl>
                                          <p:spTgt spid="25"/>
                                        </p:tgtEl>
                                        <p:attrNameLst>
                                          <p:attrName>ppt_y</p:attrName>
                                        </p:attrNameLst>
                                      </p:cBhvr>
                                      <p:tavLst>
                                        <p:tav tm="0">
                                          <p:val>
                                            <p:strVal val="#ppt_y"/>
                                          </p:val>
                                        </p:tav>
                                        <p:tav tm="100000">
                                          <p:val>
                                            <p:strVal val="#ppt_y"/>
                                          </p:val>
                                        </p:tav>
                                      </p:tavLst>
                                    </p:anim>
                                  </p:childTnLst>
                                </p:cTn>
                              </p:par>
                              <p:par>
                                <p:cTn id="35" presetID="23" presetClass="entr" presetSubtype="288"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strVal val="4/3*#ppt_w"/>
                                          </p:val>
                                        </p:tav>
                                        <p:tav tm="100000">
                                          <p:val>
                                            <p:strVal val="#ppt_w"/>
                                          </p:val>
                                        </p:tav>
                                      </p:tavLst>
                                    </p:anim>
                                    <p:anim calcmode="lin" valueType="num">
                                      <p:cBhvr>
                                        <p:cTn id="38" dur="500" fill="hold"/>
                                        <p:tgtEl>
                                          <p:spTgt spid="26"/>
                                        </p:tgtEl>
                                        <p:attrNameLst>
                                          <p:attrName>ppt_h</p:attrName>
                                        </p:attrNameLst>
                                      </p:cBhvr>
                                      <p:tavLst>
                                        <p:tav tm="0">
                                          <p:val>
                                            <p:strVal val="4/3*#ppt_h"/>
                                          </p:val>
                                        </p:tav>
                                        <p:tav tm="100000">
                                          <p:val>
                                            <p:strVal val="#ppt_h"/>
                                          </p:val>
                                        </p:tav>
                                      </p:tavLst>
                                    </p:anim>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P spid="18" grpId="0" animBg="1"/>
      <p:bldP spid="19" grpId="0"/>
      <p:bldP spid="25"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3947C89-85AB-13BB-C978-41A098501A4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2509" y="-465817"/>
            <a:ext cx="13607777" cy="9068307"/>
          </a:xfrm>
          <a:prstGeom prst="rect">
            <a:avLst/>
          </a:prstGeom>
        </p:spPr>
      </p:pic>
      <p:sp>
        <p:nvSpPr>
          <p:cNvPr id="2" name="Rectangle: Rounded Corners 1">
            <a:extLst>
              <a:ext uri="{FF2B5EF4-FFF2-40B4-BE49-F238E27FC236}">
                <a16:creationId xmlns:a16="http://schemas.microsoft.com/office/drawing/2014/main" id="{FA80103B-CD88-A43E-DD23-67A808A4C0A6}"/>
              </a:ext>
            </a:extLst>
          </p:cNvPr>
          <p:cNvSpPr/>
          <p:nvPr/>
        </p:nvSpPr>
        <p:spPr>
          <a:xfrm>
            <a:off x="1415611" y="1306564"/>
            <a:ext cx="9360778" cy="4244873"/>
          </a:xfrm>
          <a:prstGeom prst="roundRect">
            <a:avLst>
              <a:gd name="adj" fmla="val 7642"/>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417C308-D9CF-FC6B-7B3D-5C1333FA837E}"/>
              </a:ext>
            </a:extLst>
          </p:cNvPr>
          <p:cNvSpPr txBox="1"/>
          <p:nvPr/>
        </p:nvSpPr>
        <p:spPr>
          <a:xfrm>
            <a:off x="2419350" y="3447799"/>
            <a:ext cx="7353300"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24" name="TextBox 23">
            <a:extLst>
              <a:ext uri="{FF2B5EF4-FFF2-40B4-BE49-F238E27FC236}">
                <a16:creationId xmlns:a16="http://schemas.microsoft.com/office/drawing/2014/main" id="{9E1F4F58-D1DB-5D1F-2589-404CC6292D5F}"/>
              </a:ext>
            </a:extLst>
          </p:cNvPr>
          <p:cNvSpPr txBox="1"/>
          <p:nvPr/>
        </p:nvSpPr>
        <p:spPr>
          <a:xfrm>
            <a:off x="1959133" y="2513712"/>
            <a:ext cx="8273734" cy="769441"/>
          </a:xfrm>
          <a:prstGeom prst="rect">
            <a:avLst/>
          </a:prstGeom>
          <a:noFill/>
        </p:spPr>
        <p:txBody>
          <a:bodyPr wrap="square" rtlCol="0">
            <a:spAutoFit/>
          </a:bodyPr>
          <a:lstStyle/>
          <a:p>
            <a:pPr algn="ctr" rtl="1"/>
            <a:r>
              <a:rPr lang="fa-IR" sz="4400" dirty="0">
                <a:cs typeface="B Titr" panose="00000700000000000000" pitchFamily="2" charset="-78"/>
              </a:rPr>
              <a:t>عنوان را اینجا بنویسید</a:t>
            </a:r>
            <a:endParaRPr lang="en-US" sz="4400" dirty="0">
              <a:cs typeface="B Titr" panose="00000700000000000000" pitchFamily="2" charset="-78"/>
            </a:endParaRPr>
          </a:p>
        </p:txBody>
      </p:sp>
      <p:pic>
        <p:nvPicPr>
          <p:cNvPr id="10" name="Graphic 9">
            <a:extLst>
              <a:ext uri="{FF2B5EF4-FFF2-40B4-BE49-F238E27FC236}">
                <a16:creationId xmlns:a16="http://schemas.microsoft.com/office/drawing/2014/main" id="{DEF75491-76A6-E114-9E88-BFB0A2DD70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57538" y="3785912"/>
            <a:ext cx="2641442" cy="3531047"/>
          </a:xfrm>
          <a:prstGeom prst="rect">
            <a:avLst/>
          </a:prstGeom>
        </p:spPr>
      </p:pic>
      <p:pic>
        <p:nvPicPr>
          <p:cNvPr id="3" name="Graphic 2">
            <a:extLst>
              <a:ext uri="{FF2B5EF4-FFF2-40B4-BE49-F238E27FC236}">
                <a16:creationId xmlns:a16="http://schemas.microsoft.com/office/drawing/2014/main" id="{69234A28-FDFF-B991-62B7-0939E7C8A0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8786458">
            <a:off x="-2532584" y="-1578489"/>
            <a:ext cx="4125676" cy="5515153"/>
          </a:xfrm>
          <a:prstGeom prst="rect">
            <a:avLst/>
          </a:prstGeom>
          <a:effectLst>
            <a:outerShdw blurRad="508000" sx="102000" sy="102000" algn="ctr" rotWithShape="0">
              <a:prstClr val="black">
                <a:alpha val="40000"/>
              </a:prstClr>
            </a:outerShdw>
          </a:effectLst>
        </p:spPr>
      </p:pic>
      <p:sp>
        <p:nvSpPr>
          <p:cNvPr id="7" name="Slide Number Placeholder 6">
            <a:extLst>
              <a:ext uri="{FF2B5EF4-FFF2-40B4-BE49-F238E27FC236}">
                <a16:creationId xmlns:a16="http://schemas.microsoft.com/office/drawing/2014/main" id="{C2E2E150-3E0C-A299-F98F-FEDBB62E3C84}"/>
              </a:ext>
            </a:extLst>
          </p:cNvPr>
          <p:cNvSpPr>
            <a:spLocks noGrp="1"/>
          </p:cNvSpPr>
          <p:nvPr>
            <p:ph type="sldNum" sz="quarter" idx="4"/>
          </p:nvPr>
        </p:nvSpPr>
        <p:spPr/>
        <p:txBody>
          <a:bodyPr/>
          <a:lstStyle/>
          <a:p>
            <a:fld id="{0262F45B-057E-45F1-BF75-BEAC56186E37}" type="slidenum">
              <a:rPr lang="en-US" smtClean="0"/>
              <a:pPr/>
              <a:t>15</a:t>
            </a:fld>
            <a:endParaRPr lang="en-US" dirty="0"/>
          </a:p>
        </p:txBody>
      </p:sp>
    </p:spTree>
    <p:extLst>
      <p:ext uri="{BB962C8B-B14F-4D97-AF65-F5344CB8AC3E}">
        <p14:creationId xmlns:p14="http://schemas.microsoft.com/office/powerpoint/2010/main" val="138468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strVal val="2/3*#ppt_w"/>
                                          </p:val>
                                        </p:tav>
                                        <p:tav tm="100000">
                                          <p:val>
                                            <p:strVal val="#ppt_w"/>
                                          </p:val>
                                        </p:tav>
                                      </p:tavLst>
                                    </p:anim>
                                    <p:anim calcmode="lin" valueType="num">
                                      <p:cBhvr>
                                        <p:cTn id="8" dur="500" fill="hold"/>
                                        <p:tgtEl>
                                          <p:spTgt spid="24"/>
                                        </p:tgtEl>
                                        <p:attrNameLst>
                                          <p:attrName>ppt_h</p:attrName>
                                        </p:attrNameLst>
                                      </p:cBhvr>
                                      <p:tavLst>
                                        <p:tav tm="0">
                                          <p:val>
                                            <p:strVal val="2/3*#ppt_h"/>
                                          </p:val>
                                        </p:tav>
                                        <p:tav tm="100000">
                                          <p:val>
                                            <p:strVal val="#ppt_h"/>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250" fill="hold"/>
                                        <p:tgtEl>
                                          <p:spTgt spid="23"/>
                                        </p:tgtEl>
                                        <p:attrNameLst>
                                          <p:attrName>ppt_w</p:attrName>
                                        </p:attrNameLst>
                                      </p:cBhvr>
                                      <p:tavLst>
                                        <p:tav tm="0">
                                          <p:val>
                                            <p:strVal val="4/3*#ppt_w"/>
                                          </p:val>
                                        </p:tav>
                                        <p:tav tm="100000">
                                          <p:val>
                                            <p:strVal val="#ppt_w"/>
                                          </p:val>
                                        </p:tav>
                                      </p:tavLst>
                                    </p:anim>
                                    <p:anim calcmode="lin" valueType="num">
                                      <p:cBhvr>
                                        <p:cTn id="13" dur="250" fill="hold"/>
                                        <p:tgtEl>
                                          <p:spTgt spid="23"/>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D41BEC4C-2543-6A07-53FC-86FEB5A86F8B}"/>
              </a:ext>
            </a:extLst>
          </p:cNvPr>
          <p:cNvSpPr/>
          <p:nvPr/>
        </p:nvSpPr>
        <p:spPr>
          <a:xfrm>
            <a:off x="1415611" y="4135772"/>
            <a:ext cx="9360778" cy="654672"/>
          </a:xfrm>
          <a:prstGeom prst="roundRect">
            <a:avLst>
              <a:gd name="adj" fmla="val 29812"/>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oogle Shape;312;p39">
            <a:extLst>
              <a:ext uri="{FF2B5EF4-FFF2-40B4-BE49-F238E27FC236}">
                <a16:creationId xmlns:a16="http://schemas.microsoft.com/office/drawing/2014/main" id="{97BA4EBC-B4F1-5042-2536-A375B0010B21}"/>
              </a:ext>
            </a:extLst>
          </p:cNvPr>
          <p:cNvGrpSpPr/>
          <p:nvPr/>
        </p:nvGrpSpPr>
        <p:grpSpPr>
          <a:xfrm>
            <a:off x="6214941" y="3310164"/>
            <a:ext cx="1882900" cy="2091882"/>
            <a:chOff x="8876765" y="4772172"/>
            <a:chExt cx="2524561" cy="2803696"/>
          </a:xfrm>
        </p:grpSpPr>
        <p:cxnSp>
          <p:nvCxnSpPr>
            <p:cNvPr id="29" name="Google Shape;313;p39">
              <a:extLst>
                <a:ext uri="{FF2B5EF4-FFF2-40B4-BE49-F238E27FC236}">
                  <a16:creationId xmlns:a16="http://schemas.microsoft.com/office/drawing/2014/main" id="{BB9D02A9-D673-05C4-EE10-E182C25AD9CC}"/>
                </a:ext>
              </a:extLst>
            </p:cNvPr>
            <p:cNvCxnSpPr/>
            <p:nvPr/>
          </p:nvCxnSpPr>
          <p:spPr>
            <a:xfrm rot="10800000">
              <a:off x="10139039" y="4772172"/>
              <a:ext cx="0" cy="632700"/>
            </a:xfrm>
            <a:prstGeom prst="straightConnector1">
              <a:avLst/>
            </a:prstGeom>
            <a:noFill/>
            <a:ln w="19050" cap="flat" cmpd="sng">
              <a:solidFill>
                <a:srgbClr val="525252"/>
              </a:solidFill>
              <a:prstDash val="solid"/>
              <a:round/>
              <a:headEnd type="none" w="med" len="med"/>
              <a:tailEnd type="diamond" w="med" len="med"/>
            </a:ln>
          </p:spPr>
        </p:cxnSp>
        <p:grpSp>
          <p:nvGrpSpPr>
            <p:cNvPr id="30" name="Google Shape;314;p39">
              <a:extLst>
                <a:ext uri="{FF2B5EF4-FFF2-40B4-BE49-F238E27FC236}">
                  <a16:creationId xmlns:a16="http://schemas.microsoft.com/office/drawing/2014/main" id="{F41E9866-01E4-E7C4-CB53-BCBDE9A055C1}"/>
                </a:ext>
              </a:extLst>
            </p:cNvPr>
            <p:cNvGrpSpPr/>
            <p:nvPr/>
          </p:nvGrpSpPr>
          <p:grpSpPr>
            <a:xfrm>
              <a:off x="8876765" y="5075404"/>
              <a:ext cx="2524561" cy="2500464"/>
              <a:chOff x="8907540" y="5075404"/>
              <a:chExt cx="2524561" cy="2500464"/>
            </a:xfrm>
          </p:grpSpPr>
          <p:sp>
            <p:nvSpPr>
              <p:cNvPr id="31" name="Google Shape;315;p39">
                <a:extLst>
                  <a:ext uri="{FF2B5EF4-FFF2-40B4-BE49-F238E27FC236}">
                    <a16:creationId xmlns:a16="http://schemas.microsoft.com/office/drawing/2014/main" id="{CAFB9C45-AEC4-55C1-7020-F6A2B25DF373}"/>
                  </a:ext>
                </a:extLst>
              </p:cNvPr>
              <p:cNvSpPr/>
              <p:nvPr/>
            </p:nvSpPr>
            <p:spPr>
              <a:xfrm>
                <a:off x="9238399" y="5404872"/>
                <a:ext cx="1823700" cy="1824000"/>
              </a:xfrm>
              <a:prstGeom prst="ellipse">
                <a:avLst/>
              </a:prstGeom>
              <a:noFill/>
              <a:ln w="19050" cap="flat" cmpd="sng">
                <a:solidFill>
                  <a:srgbClr val="525252"/>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sz="700">
                  <a:solidFill>
                    <a:srgbClr val="1A0057"/>
                  </a:solidFill>
                </a:endParaRPr>
              </a:p>
            </p:txBody>
          </p:sp>
          <p:grpSp>
            <p:nvGrpSpPr>
              <p:cNvPr id="32" name="Google Shape;316;p39">
                <a:extLst>
                  <a:ext uri="{FF2B5EF4-FFF2-40B4-BE49-F238E27FC236}">
                    <a16:creationId xmlns:a16="http://schemas.microsoft.com/office/drawing/2014/main" id="{2B32EE54-1028-A6D4-56F1-D949633ECE50}"/>
                  </a:ext>
                </a:extLst>
              </p:cNvPr>
              <p:cNvGrpSpPr/>
              <p:nvPr/>
            </p:nvGrpSpPr>
            <p:grpSpPr>
              <a:xfrm rot="-1277146">
                <a:off x="9188998" y="5365997"/>
                <a:ext cx="1961646" cy="1919278"/>
                <a:chOff x="14751254" y="3524524"/>
                <a:chExt cx="1993049" cy="1950003"/>
              </a:xfrm>
            </p:grpSpPr>
            <p:sp>
              <p:nvSpPr>
                <p:cNvPr id="33" name="Google Shape;317;p39">
                  <a:extLst>
                    <a:ext uri="{FF2B5EF4-FFF2-40B4-BE49-F238E27FC236}">
                      <a16:creationId xmlns:a16="http://schemas.microsoft.com/office/drawing/2014/main" id="{3C478E63-54CE-6032-7C14-6A6745BFA0AF}"/>
                    </a:ext>
                  </a:extLst>
                </p:cNvPr>
                <p:cNvSpPr/>
                <p:nvPr/>
              </p:nvSpPr>
              <p:spPr>
                <a:xfrm>
                  <a:off x="16007574" y="3524524"/>
                  <a:ext cx="544060" cy="443141"/>
                </a:xfrm>
                <a:custGeom>
                  <a:avLst/>
                  <a:gdLst/>
                  <a:ahLst/>
                  <a:cxnLst/>
                  <a:rect l="l" t="t" r="r" b="b"/>
                  <a:pathLst>
                    <a:path w="8264" h="6738" extrusionOk="0">
                      <a:moveTo>
                        <a:pt x="631" y="0"/>
                      </a:moveTo>
                      <a:lnTo>
                        <a:pt x="0" y="1928"/>
                      </a:lnTo>
                      <a:cubicBezTo>
                        <a:pt x="2663" y="2789"/>
                        <a:pt x="4981" y="4465"/>
                        <a:pt x="6634" y="6737"/>
                      </a:cubicBezTo>
                      <a:lnTo>
                        <a:pt x="8264" y="5544"/>
                      </a:lnTo>
                      <a:cubicBezTo>
                        <a:pt x="6370" y="2938"/>
                        <a:pt x="3696" y="999"/>
                        <a:pt x="631" y="0"/>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34" name="Google Shape;318;p39">
                  <a:extLst>
                    <a:ext uri="{FF2B5EF4-FFF2-40B4-BE49-F238E27FC236}">
                      <a16:creationId xmlns:a16="http://schemas.microsoft.com/office/drawing/2014/main" id="{3DF01395-E1C3-7E13-D892-6B5413AC1522}"/>
                    </a:ext>
                  </a:extLst>
                </p:cNvPr>
                <p:cNvSpPr/>
                <p:nvPr/>
              </p:nvSpPr>
              <p:spPr>
                <a:xfrm>
                  <a:off x="16444293" y="3889046"/>
                  <a:ext cx="300010" cy="590329"/>
                </a:xfrm>
                <a:custGeom>
                  <a:avLst/>
                  <a:gdLst/>
                  <a:ahLst/>
                  <a:cxnLst/>
                  <a:rect l="l" t="t" r="r" b="b"/>
                  <a:pathLst>
                    <a:path w="4557" h="8976" extrusionOk="0">
                      <a:moveTo>
                        <a:pt x="1630" y="1"/>
                      </a:moveTo>
                      <a:lnTo>
                        <a:pt x="0" y="1194"/>
                      </a:lnTo>
                      <a:cubicBezTo>
                        <a:pt x="1653" y="3455"/>
                        <a:pt x="2537" y="6175"/>
                        <a:pt x="2537" y="8976"/>
                      </a:cubicBezTo>
                      <a:lnTo>
                        <a:pt x="4545" y="8976"/>
                      </a:lnTo>
                      <a:cubicBezTo>
                        <a:pt x="4557" y="5751"/>
                        <a:pt x="3535" y="2606"/>
                        <a:pt x="1630" y="1"/>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grpSp>
              <p:nvGrpSpPr>
                <p:cNvPr id="35" name="Google Shape;319;p39">
                  <a:extLst>
                    <a:ext uri="{FF2B5EF4-FFF2-40B4-BE49-F238E27FC236}">
                      <a16:creationId xmlns:a16="http://schemas.microsoft.com/office/drawing/2014/main" id="{A5E943BA-697B-3182-A1A6-BF3C15FCD5A0}"/>
                    </a:ext>
                  </a:extLst>
                </p:cNvPr>
                <p:cNvGrpSpPr/>
                <p:nvPr/>
              </p:nvGrpSpPr>
              <p:grpSpPr>
                <a:xfrm>
                  <a:off x="14751254" y="4479366"/>
                  <a:ext cx="1993049" cy="995160"/>
                  <a:chOff x="14751254" y="4479366"/>
                  <a:chExt cx="1993049" cy="995160"/>
                </a:xfrm>
              </p:grpSpPr>
              <p:sp>
                <p:nvSpPr>
                  <p:cNvPr id="36" name="Google Shape;320;p39">
                    <a:extLst>
                      <a:ext uri="{FF2B5EF4-FFF2-40B4-BE49-F238E27FC236}">
                        <a16:creationId xmlns:a16="http://schemas.microsoft.com/office/drawing/2014/main" id="{74F4781E-74FE-C920-4A49-D4566D7C938D}"/>
                      </a:ext>
                    </a:extLst>
                  </p:cNvPr>
                  <p:cNvSpPr/>
                  <p:nvPr/>
                </p:nvSpPr>
                <p:spPr>
                  <a:xfrm>
                    <a:off x="16444293" y="4479366"/>
                    <a:ext cx="300010" cy="590329"/>
                  </a:xfrm>
                  <a:custGeom>
                    <a:avLst/>
                    <a:gdLst/>
                    <a:ahLst/>
                    <a:cxnLst/>
                    <a:rect l="l" t="t" r="r" b="b"/>
                    <a:pathLst>
                      <a:path w="4557" h="8976" extrusionOk="0">
                        <a:moveTo>
                          <a:pt x="2537" y="1"/>
                        </a:moveTo>
                        <a:cubicBezTo>
                          <a:pt x="2537" y="2801"/>
                          <a:pt x="1653" y="5533"/>
                          <a:pt x="0" y="7794"/>
                        </a:cubicBezTo>
                        <a:lnTo>
                          <a:pt x="1630" y="8976"/>
                        </a:lnTo>
                        <a:cubicBezTo>
                          <a:pt x="3535" y="6371"/>
                          <a:pt x="4557" y="3226"/>
                          <a:pt x="4557" y="1"/>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37" name="Google Shape;321;p39">
                    <a:extLst>
                      <a:ext uri="{FF2B5EF4-FFF2-40B4-BE49-F238E27FC236}">
                        <a16:creationId xmlns:a16="http://schemas.microsoft.com/office/drawing/2014/main" id="{8FE7F315-8EF4-2E64-0A17-00CF4DC93DC4}"/>
                      </a:ext>
                    </a:extLst>
                  </p:cNvPr>
                  <p:cNvSpPr/>
                  <p:nvPr/>
                </p:nvSpPr>
                <p:spPr>
                  <a:xfrm>
                    <a:off x="16014099" y="4983529"/>
                    <a:ext cx="544060" cy="442418"/>
                  </a:xfrm>
                  <a:custGeom>
                    <a:avLst/>
                    <a:gdLst/>
                    <a:ahLst/>
                    <a:cxnLst/>
                    <a:rect l="l" t="t" r="r" b="b"/>
                    <a:pathLst>
                      <a:path w="8264" h="6727" extrusionOk="0">
                        <a:moveTo>
                          <a:pt x="6634" y="1"/>
                        </a:moveTo>
                        <a:cubicBezTo>
                          <a:pt x="4981" y="2262"/>
                          <a:pt x="2663" y="3949"/>
                          <a:pt x="0" y="4810"/>
                        </a:cubicBezTo>
                        <a:lnTo>
                          <a:pt x="620" y="6726"/>
                        </a:lnTo>
                        <a:cubicBezTo>
                          <a:pt x="3684" y="5728"/>
                          <a:pt x="6359" y="3788"/>
                          <a:pt x="8264" y="1183"/>
                        </a:cubicBezTo>
                        <a:lnTo>
                          <a:pt x="6634" y="1"/>
                        </a:ln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38" name="Google Shape;322;p39">
                    <a:extLst>
                      <a:ext uri="{FF2B5EF4-FFF2-40B4-BE49-F238E27FC236}">
                        <a16:creationId xmlns:a16="http://schemas.microsoft.com/office/drawing/2014/main" id="{CD298B1A-7AF1-A12E-4248-AD834A3EB20D}"/>
                      </a:ext>
                    </a:extLst>
                  </p:cNvPr>
                  <p:cNvSpPr/>
                  <p:nvPr/>
                </p:nvSpPr>
                <p:spPr>
                  <a:xfrm>
                    <a:off x="15438169" y="5299059"/>
                    <a:ext cx="620363" cy="175468"/>
                  </a:xfrm>
                  <a:custGeom>
                    <a:avLst/>
                    <a:gdLst/>
                    <a:ahLst/>
                    <a:cxnLst/>
                    <a:rect l="l" t="t" r="r" b="b"/>
                    <a:pathLst>
                      <a:path w="9423" h="2668" extrusionOk="0">
                        <a:moveTo>
                          <a:pt x="620" y="0"/>
                        </a:moveTo>
                        <a:lnTo>
                          <a:pt x="0" y="1917"/>
                        </a:lnTo>
                        <a:cubicBezTo>
                          <a:pt x="1537" y="2418"/>
                          <a:pt x="3131" y="2667"/>
                          <a:pt x="4725" y="2667"/>
                        </a:cubicBezTo>
                        <a:cubicBezTo>
                          <a:pt x="6310" y="2667"/>
                          <a:pt x="7895" y="2421"/>
                          <a:pt x="9423" y="1928"/>
                        </a:cubicBezTo>
                        <a:lnTo>
                          <a:pt x="8803" y="12"/>
                        </a:lnTo>
                        <a:cubicBezTo>
                          <a:pt x="7483" y="436"/>
                          <a:pt x="6118" y="643"/>
                          <a:pt x="4729" y="643"/>
                        </a:cubicBezTo>
                        <a:cubicBezTo>
                          <a:pt x="3340" y="643"/>
                          <a:pt x="1951" y="425"/>
                          <a:pt x="620" y="0"/>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39" name="Google Shape;323;p39">
                    <a:extLst>
                      <a:ext uri="{FF2B5EF4-FFF2-40B4-BE49-F238E27FC236}">
                        <a16:creationId xmlns:a16="http://schemas.microsoft.com/office/drawing/2014/main" id="{187D0E7F-2C5B-7EE9-E50E-72413AEC8798}"/>
                      </a:ext>
                    </a:extLst>
                  </p:cNvPr>
                  <p:cNvSpPr/>
                  <p:nvPr/>
                </p:nvSpPr>
                <p:spPr>
                  <a:xfrm>
                    <a:off x="14937676" y="4983167"/>
                    <a:ext cx="542546" cy="443141"/>
                  </a:xfrm>
                  <a:custGeom>
                    <a:avLst/>
                    <a:gdLst/>
                    <a:ahLst/>
                    <a:cxnLst/>
                    <a:rect l="l" t="t" r="r" b="b"/>
                    <a:pathLst>
                      <a:path w="8241" h="6738" extrusionOk="0">
                        <a:moveTo>
                          <a:pt x="1630" y="1"/>
                        </a:moveTo>
                        <a:lnTo>
                          <a:pt x="0" y="1183"/>
                        </a:lnTo>
                        <a:cubicBezTo>
                          <a:pt x="1894" y="3788"/>
                          <a:pt x="4557" y="5728"/>
                          <a:pt x="7621" y="6738"/>
                        </a:cubicBezTo>
                        <a:lnTo>
                          <a:pt x="8241" y="4821"/>
                        </a:lnTo>
                        <a:cubicBezTo>
                          <a:pt x="5590" y="3949"/>
                          <a:pt x="3271" y="2262"/>
                          <a:pt x="1630" y="1"/>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4;p39">
                    <a:extLst>
                      <a:ext uri="{FF2B5EF4-FFF2-40B4-BE49-F238E27FC236}">
                        <a16:creationId xmlns:a16="http://schemas.microsoft.com/office/drawing/2014/main" id="{9774C1EC-EE51-61EF-F285-8F43AD2C1392}"/>
                      </a:ext>
                    </a:extLst>
                  </p:cNvPr>
                  <p:cNvSpPr/>
                  <p:nvPr/>
                </p:nvSpPr>
                <p:spPr>
                  <a:xfrm>
                    <a:off x="14751254" y="4479366"/>
                    <a:ext cx="298496" cy="588816"/>
                  </a:xfrm>
                  <a:custGeom>
                    <a:avLst/>
                    <a:gdLst/>
                    <a:ahLst/>
                    <a:cxnLst/>
                    <a:rect l="l" t="t" r="r" b="b"/>
                    <a:pathLst>
                      <a:path w="4534" h="8953" extrusionOk="0">
                        <a:moveTo>
                          <a:pt x="0" y="1"/>
                        </a:moveTo>
                        <a:cubicBezTo>
                          <a:pt x="0" y="3214"/>
                          <a:pt x="1010" y="6359"/>
                          <a:pt x="2904" y="8953"/>
                        </a:cubicBezTo>
                        <a:lnTo>
                          <a:pt x="4534" y="7771"/>
                        </a:lnTo>
                        <a:cubicBezTo>
                          <a:pt x="2904" y="5510"/>
                          <a:pt x="2020" y="2790"/>
                          <a:pt x="2020" y="1"/>
                        </a:cubicBezTo>
                        <a:close/>
                      </a:path>
                    </a:pathLst>
                  </a:custGeom>
                  <a:solidFill>
                    <a:srgbClr val="92A0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4" name="Google Shape;325;p39">
            <a:extLst>
              <a:ext uri="{FF2B5EF4-FFF2-40B4-BE49-F238E27FC236}">
                <a16:creationId xmlns:a16="http://schemas.microsoft.com/office/drawing/2014/main" id="{2844869B-6617-816F-779F-491C02BC241A}"/>
              </a:ext>
            </a:extLst>
          </p:cNvPr>
          <p:cNvGrpSpPr/>
          <p:nvPr/>
        </p:nvGrpSpPr>
        <p:grpSpPr>
          <a:xfrm>
            <a:off x="2211162" y="3310164"/>
            <a:ext cx="1360175" cy="1832983"/>
            <a:chOff x="3508564" y="4772172"/>
            <a:chExt cx="1823700" cy="2456700"/>
          </a:xfrm>
        </p:grpSpPr>
        <p:cxnSp>
          <p:nvCxnSpPr>
            <p:cNvPr id="22" name="Google Shape;326;p39">
              <a:extLst>
                <a:ext uri="{FF2B5EF4-FFF2-40B4-BE49-F238E27FC236}">
                  <a16:creationId xmlns:a16="http://schemas.microsoft.com/office/drawing/2014/main" id="{C902AD2E-4D81-A07B-4AB6-13B1D80464A2}"/>
                </a:ext>
              </a:extLst>
            </p:cNvPr>
            <p:cNvCxnSpPr>
              <a:stCxn id="24" idx="0"/>
            </p:cNvCxnSpPr>
            <p:nvPr/>
          </p:nvCxnSpPr>
          <p:spPr>
            <a:xfrm rot="10800000">
              <a:off x="4420414" y="4772172"/>
              <a:ext cx="0" cy="632700"/>
            </a:xfrm>
            <a:prstGeom prst="straightConnector1">
              <a:avLst/>
            </a:prstGeom>
            <a:noFill/>
            <a:ln w="19050" cap="flat" cmpd="sng">
              <a:solidFill>
                <a:srgbClr val="525252"/>
              </a:solidFill>
              <a:prstDash val="solid"/>
              <a:round/>
              <a:headEnd type="none" w="med" len="med"/>
              <a:tailEnd type="diamond" w="med" len="med"/>
            </a:ln>
          </p:spPr>
        </p:cxnSp>
        <p:grpSp>
          <p:nvGrpSpPr>
            <p:cNvPr id="23" name="Google Shape;328;p39">
              <a:extLst>
                <a:ext uri="{FF2B5EF4-FFF2-40B4-BE49-F238E27FC236}">
                  <a16:creationId xmlns:a16="http://schemas.microsoft.com/office/drawing/2014/main" id="{E74A1992-D959-1E24-B4AD-4B3A98AFD2C4}"/>
                </a:ext>
              </a:extLst>
            </p:cNvPr>
            <p:cNvGrpSpPr/>
            <p:nvPr/>
          </p:nvGrpSpPr>
          <p:grpSpPr>
            <a:xfrm>
              <a:off x="3508564" y="5215145"/>
              <a:ext cx="1823700" cy="2013727"/>
              <a:chOff x="3701449" y="5215145"/>
              <a:chExt cx="1823700" cy="2013727"/>
            </a:xfrm>
          </p:grpSpPr>
          <p:sp>
            <p:nvSpPr>
              <p:cNvPr id="24" name="Google Shape;327;p39">
                <a:extLst>
                  <a:ext uri="{FF2B5EF4-FFF2-40B4-BE49-F238E27FC236}">
                    <a16:creationId xmlns:a16="http://schemas.microsoft.com/office/drawing/2014/main" id="{3A1D1F8D-8064-FE61-650E-7592DAD3538B}"/>
                  </a:ext>
                </a:extLst>
              </p:cNvPr>
              <p:cNvSpPr/>
              <p:nvPr/>
            </p:nvSpPr>
            <p:spPr>
              <a:xfrm>
                <a:off x="3701449" y="5404872"/>
                <a:ext cx="1823700" cy="1824000"/>
              </a:xfrm>
              <a:prstGeom prst="ellipse">
                <a:avLst/>
              </a:prstGeom>
              <a:noFill/>
              <a:ln w="19050" cap="flat" cmpd="sng">
                <a:solidFill>
                  <a:srgbClr val="525252"/>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sz="700">
                  <a:solidFill>
                    <a:srgbClr val="1A0057"/>
                  </a:solidFill>
                </a:endParaRPr>
              </a:p>
            </p:txBody>
          </p:sp>
          <p:grpSp>
            <p:nvGrpSpPr>
              <p:cNvPr id="25" name="Google Shape;329;p39">
                <a:extLst>
                  <a:ext uri="{FF2B5EF4-FFF2-40B4-BE49-F238E27FC236}">
                    <a16:creationId xmlns:a16="http://schemas.microsoft.com/office/drawing/2014/main" id="{7097A145-B5C5-E564-3EDF-73F2AC98CF4A}"/>
                  </a:ext>
                </a:extLst>
              </p:cNvPr>
              <p:cNvGrpSpPr/>
              <p:nvPr/>
            </p:nvGrpSpPr>
            <p:grpSpPr>
              <a:xfrm rot="-974760">
                <a:off x="4761288" y="5215145"/>
                <a:ext cx="734132" cy="1531800"/>
                <a:chOff x="2191424" y="3873474"/>
                <a:chExt cx="734032" cy="1531591"/>
              </a:xfrm>
            </p:grpSpPr>
            <p:sp>
              <p:nvSpPr>
                <p:cNvPr id="26" name="Google Shape;330;p39">
                  <a:extLst>
                    <a:ext uri="{FF2B5EF4-FFF2-40B4-BE49-F238E27FC236}">
                      <a16:creationId xmlns:a16="http://schemas.microsoft.com/office/drawing/2014/main" id="{8F72BB3B-9F81-11BD-5822-2EF1940C7C08}"/>
                    </a:ext>
                  </a:extLst>
                </p:cNvPr>
                <p:cNvSpPr/>
                <p:nvPr/>
              </p:nvSpPr>
              <p:spPr>
                <a:xfrm>
                  <a:off x="2191424" y="3873474"/>
                  <a:ext cx="544060" cy="443141"/>
                </a:xfrm>
                <a:custGeom>
                  <a:avLst/>
                  <a:gdLst/>
                  <a:ahLst/>
                  <a:cxnLst/>
                  <a:rect l="l" t="t" r="r" b="b"/>
                  <a:pathLst>
                    <a:path w="8264" h="6738" extrusionOk="0">
                      <a:moveTo>
                        <a:pt x="631" y="0"/>
                      </a:moveTo>
                      <a:lnTo>
                        <a:pt x="0" y="1928"/>
                      </a:lnTo>
                      <a:cubicBezTo>
                        <a:pt x="2663" y="2789"/>
                        <a:pt x="4981" y="4465"/>
                        <a:pt x="6634" y="6737"/>
                      </a:cubicBezTo>
                      <a:lnTo>
                        <a:pt x="8264" y="5544"/>
                      </a:lnTo>
                      <a:cubicBezTo>
                        <a:pt x="6370" y="2938"/>
                        <a:pt x="3696" y="999"/>
                        <a:pt x="631" y="0"/>
                      </a:cubicBezTo>
                      <a:close/>
                    </a:path>
                  </a:pathLst>
                </a:custGeom>
                <a:solidFill>
                  <a:srgbClr val="BBD0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331;p39">
                  <a:extLst>
                    <a:ext uri="{FF2B5EF4-FFF2-40B4-BE49-F238E27FC236}">
                      <a16:creationId xmlns:a16="http://schemas.microsoft.com/office/drawing/2014/main" id="{33DA5338-153D-7170-DFA4-1993CB298C48}"/>
                    </a:ext>
                  </a:extLst>
                </p:cNvPr>
                <p:cNvSpPr/>
                <p:nvPr/>
              </p:nvSpPr>
              <p:spPr>
                <a:xfrm>
                  <a:off x="2625446" y="4814736"/>
                  <a:ext cx="300010" cy="590329"/>
                </a:xfrm>
                <a:custGeom>
                  <a:avLst/>
                  <a:gdLst/>
                  <a:ahLst/>
                  <a:cxnLst/>
                  <a:rect l="l" t="t" r="r" b="b"/>
                  <a:pathLst>
                    <a:path w="4557" h="8976" extrusionOk="0">
                      <a:moveTo>
                        <a:pt x="2537" y="1"/>
                      </a:moveTo>
                      <a:cubicBezTo>
                        <a:pt x="2537" y="2801"/>
                        <a:pt x="1653" y="5533"/>
                        <a:pt x="0" y="7794"/>
                      </a:cubicBezTo>
                      <a:lnTo>
                        <a:pt x="1630" y="8976"/>
                      </a:lnTo>
                      <a:cubicBezTo>
                        <a:pt x="3535" y="6371"/>
                        <a:pt x="4557" y="3226"/>
                        <a:pt x="4557" y="1"/>
                      </a:cubicBezTo>
                      <a:close/>
                    </a:path>
                  </a:pathLst>
                </a:custGeom>
                <a:solidFill>
                  <a:srgbClr val="BBD0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32;p39">
                  <a:extLst>
                    <a:ext uri="{FF2B5EF4-FFF2-40B4-BE49-F238E27FC236}">
                      <a16:creationId xmlns:a16="http://schemas.microsoft.com/office/drawing/2014/main" id="{6B92D58D-F2CA-7CF6-5ADA-E59C1C332D8D}"/>
                    </a:ext>
                  </a:extLst>
                </p:cNvPr>
                <p:cNvSpPr/>
                <p:nvPr/>
              </p:nvSpPr>
              <p:spPr>
                <a:xfrm>
                  <a:off x="2625443" y="4235296"/>
                  <a:ext cx="300010" cy="590329"/>
                </a:xfrm>
                <a:custGeom>
                  <a:avLst/>
                  <a:gdLst/>
                  <a:ahLst/>
                  <a:cxnLst/>
                  <a:rect l="l" t="t" r="r" b="b"/>
                  <a:pathLst>
                    <a:path w="4557" h="8976" extrusionOk="0">
                      <a:moveTo>
                        <a:pt x="1630" y="1"/>
                      </a:moveTo>
                      <a:lnTo>
                        <a:pt x="0" y="1194"/>
                      </a:lnTo>
                      <a:cubicBezTo>
                        <a:pt x="1653" y="3455"/>
                        <a:pt x="2537" y="6175"/>
                        <a:pt x="2537" y="8976"/>
                      </a:cubicBezTo>
                      <a:lnTo>
                        <a:pt x="4545" y="8976"/>
                      </a:lnTo>
                      <a:cubicBezTo>
                        <a:pt x="4557" y="5751"/>
                        <a:pt x="3535" y="2606"/>
                        <a:pt x="1630" y="1"/>
                      </a:cubicBezTo>
                      <a:close/>
                    </a:path>
                  </a:pathLst>
                </a:custGeom>
                <a:solidFill>
                  <a:srgbClr val="BBD0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 name="Google Shape;333;p39">
            <a:extLst>
              <a:ext uri="{FF2B5EF4-FFF2-40B4-BE49-F238E27FC236}">
                <a16:creationId xmlns:a16="http://schemas.microsoft.com/office/drawing/2014/main" id="{06383773-3078-62B1-7247-DC77D1C11D0B}"/>
              </a:ext>
            </a:extLst>
          </p:cNvPr>
          <p:cNvGrpSpPr/>
          <p:nvPr/>
        </p:nvGrpSpPr>
        <p:grpSpPr>
          <a:xfrm>
            <a:off x="8606691" y="3565123"/>
            <a:ext cx="1374149" cy="2050091"/>
            <a:chOff x="12083585" y="5113887"/>
            <a:chExt cx="1842436" cy="2747685"/>
          </a:xfrm>
        </p:grpSpPr>
        <p:cxnSp>
          <p:nvCxnSpPr>
            <p:cNvPr id="16" name="Google Shape;334;p39">
              <a:extLst>
                <a:ext uri="{FF2B5EF4-FFF2-40B4-BE49-F238E27FC236}">
                  <a16:creationId xmlns:a16="http://schemas.microsoft.com/office/drawing/2014/main" id="{1C5C4ADC-521C-B867-AD25-E85652072A98}"/>
                </a:ext>
              </a:extLst>
            </p:cNvPr>
            <p:cNvCxnSpPr/>
            <p:nvPr/>
          </p:nvCxnSpPr>
          <p:spPr>
            <a:xfrm>
              <a:off x="12998351" y="7228872"/>
              <a:ext cx="0" cy="632700"/>
            </a:xfrm>
            <a:prstGeom prst="straightConnector1">
              <a:avLst/>
            </a:prstGeom>
            <a:noFill/>
            <a:ln w="19050" cap="flat" cmpd="sng">
              <a:solidFill>
                <a:srgbClr val="525252"/>
              </a:solidFill>
              <a:prstDash val="solid"/>
              <a:round/>
              <a:headEnd type="none" w="med" len="med"/>
              <a:tailEnd type="diamond" w="med" len="med"/>
            </a:ln>
          </p:spPr>
        </p:cxnSp>
        <p:grpSp>
          <p:nvGrpSpPr>
            <p:cNvPr id="17" name="Google Shape;335;p39">
              <a:extLst>
                <a:ext uri="{FF2B5EF4-FFF2-40B4-BE49-F238E27FC236}">
                  <a16:creationId xmlns:a16="http://schemas.microsoft.com/office/drawing/2014/main" id="{02C14CE6-9FCD-87E1-1FC9-EA388BEB073D}"/>
                </a:ext>
              </a:extLst>
            </p:cNvPr>
            <p:cNvGrpSpPr/>
            <p:nvPr/>
          </p:nvGrpSpPr>
          <p:grpSpPr>
            <a:xfrm>
              <a:off x="12083585" y="5113887"/>
              <a:ext cx="1842436" cy="2114985"/>
              <a:chOff x="11730474" y="5113887"/>
              <a:chExt cx="1842436" cy="2114985"/>
            </a:xfrm>
          </p:grpSpPr>
          <p:sp>
            <p:nvSpPr>
              <p:cNvPr id="18" name="Google Shape;336;p39">
                <a:extLst>
                  <a:ext uri="{FF2B5EF4-FFF2-40B4-BE49-F238E27FC236}">
                    <a16:creationId xmlns:a16="http://schemas.microsoft.com/office/drawing/2014/main" id="{91C60ECE-1E55-9727-A6C3-A062A6677F7A}"/>
                  </a:ext>
                </a:extLst>
              </p:cNvPr>
              <p:cNvSpPr/>
              <p:nvPr/>
            </p:nvSpPr>
            <p:spPr>
              <a:xfrm>
                <a:off x="11730474" y="5404872"/>
                <a:ext cx="1823700" cy="1824000"/>
              </a:xfrm>
              <a:prstGeom prst="ellipse">
                <a:avLst/>
              </a:prstGeom>
              <a:noFill/>
              <a:ln w="19050" cap="flat" cmpd="sng">
                <a:solidFill>
                  <a:srgbClr val="525252"/>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sz="700">
                  <a:solidFill>
                    <a:srgbClr val="1A0057"/>
                  </a:solidFill>
                </a:endParaRPr>
              </a:p>
            </p:txBody>
          </p:sp>
          <p:grpSp>
            <p:nvGrpSpPr>
              <p:cNvPr id="19" name="Google Shape;337;p39">
                <a:extLst>
                  <a:ext uri="{FF2B5EF4-FFF2-40B4-BE49-F238E27FC236}">
                    <a16:creationId xmlns:a16="http://schemas.microsoft.com/office/drawing/2014/main" id="{75BBD53F-99DF-20BC-2B69-B1B798EC7EA6}"/>
                  </a:ext>
                </a:extLst>
              </p:cNvPr>
              <p:cNvGrpSpPr/>
              <p:nvPr/>
            </p:nvGrpSpPr>
            <p:grpSpPr>
              <a:xfrm rot="-1231794">
                <a:off x="12699149" y="5211934"/>
                <a:ext cx="730787" cy="947712"/>
                <a:chOff x="13189024" y="2723449"/>
                <a:chExt cx="730779" cy="947702"/>
              </a:xfrm>
            </p:grpSpPr>
            <p:sp>
              <p:nvSpPr>
                <p:cNvPr id="20" name="Google Shape;338;p39">
                  <a:extLst>
                    <a:ext uri="{FF2B5EF4-FFF2-40B4-BE49-F238E27FC236}">
                      <a16:creationId xmlns:a16="http://schemas.microsoft.com/office/drawing/2014/main" id="{5B08D6F7-18EA-F726-8768-8F65D38D8861}"/>
                    </a:ext>
                  </a:extLst>
                </p:cNvPr>
                <p:cNvSpPr/>
                <p:nvPr/>
              </p:nvSpPr>
              <p:spPr>
                <a:xfrm>
                  <a:off x="13189024" y="2723449"/>
                  <a:ext cx="544060" cy="443141"/>
                </a:xfrm>
                <a:custGeom>
                  <a:avLst/>
                  <a:gdLst/>
                  <a:ahLst/>
                  <a:cxnLst/>
                  <a:rect l="l" t="t" r="r" b="b"/>
                  <a:pathLst>
                    <a:path w="8264" h="6738" extrusionOk="0">
                      <a:moveTo>
                        <a:pt x="631" y="0"/>
                      </a:moveTo>
                      <a:lnTo>
                        <a:pt x="0" y="1928"/>
                      </a:lnTo>
                      <a:cubicBezTo>
                        <a:pt x="2663" y="2789"/>
                        <a:pt x="4981" y="4465"/>
                        <a:pt x="6634" y="6737"/>
                      </a:cubicBezTo>
                      <a:lnTo>
                        <a:pt x="8264" y="5544"/>
                      </a:lnTo>
                      <a:cubicBezTo>
                        <a:pt x="6370" y="2938"/>
                        <a:pt x="3696" y="999"/>
                        <a:pt x="631" y="0"/>
                      </a:cubicBezTo>
                      <a:close/>
                    </a:path>
                  </a:pathLst>
                </a:custGeom>
                <a:solidFill>
                  <a:srgbClr val="CDE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21" name="Google Shape;339;p39">
                  <a:extLst>
                    <a:ext uri="{FF2B5EF4-FFF2-40B4-BE49-F238E27FC236}">
                      <a16:creationId xmlns:a16="http://schemas.microsoft.com/office/drawing/2014/main" id="{A635F304-FE99-EB96-084E-32C60086D901}"/>
                    </a:ext>
                  </a:extLst>
                </p:cNvPr>
                <p:cNvSpPr/>
                <p:nvPr/>
              </p:nvSpPr>
              <p:spPr>
                <a:xfrm>
                  <a:off x="13619793" y="3080821"/>
                  <a:ext cx="300010" cy="590329"/>
                </a:xfrm>
                <a:custGeom>
                  <a:avLst/>
                  <a:gdLst/>
                  <a:ahLst/>
                  <a:cxnLst/>
                  <a:rect l="l" t="t" r="r" b="b"/>
                  <a:pathLst>
                    <a:path w="4557" h="8976" extrusionOk="0">
                      <a:moveTo>
                        <a:pt x="1630" y="1"/>
                      </a:moveTo>
                      <a:lnTo>
                        <a:pt x="0" y="1194"/>
                      </a:lnTo>
                      <a:cubicBezTo>
                        <a:pt x="1653" y="3455"/>
                        <a:pt x="2537" y="6175"/>
                        <a:pt x="2537" y="8976"/>
                      </a:cubicBezTo>
                      <a:lnTo>
                        <a:pt x="4545" y="8976"/>
                      </a:lnTo>
                      <a:cubicBezTo>
                        <a:pt x="4557" y="5751"/>
                        <a:pt x="3535" y="2606"/>
                        <a:pt x="1630" y="1"/>
                      </a:cubicBezTo>
                      <a:close/>
                    </a:path>
                  </a:pathLst>
                </a:custGeom>
                <a:solidFill>
                  <a:srgbClr val="CDE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grpSp>
        </p:grpSp>
      </p:grpSp>
      <p:grpSp>
        <p:nvGrpSpPr>
          <p:cNvPr id="6" name="Google Shape;340;p39">
            <a:extLst>
              <a:ext uri="{FF2B5EF4-FFF2-40B4-BE49-F238E27FC236}">
                <a16:creationId xmlns:a16="http://schemas.microsoft.com/office/drawing/2014/main" id="{3E0DDCC0-2671-9282-770D-96A650985F36}"/>
              </a:ext>
            </a:extLst>
          </p:cNvPr>
          <p:cNvGrpSpPr/>
          <p:nvPr/>
        </p:nvGrpSpPr>
        <p:grpSpPr>
          <a:xfrm>
            <a:off x="4327467" y="3586890"/>
            <a:ext cx="1579269" cy="2028324"/>
            <a:chOff x="6346071" y="5143061"/>
            <a:chExt cx="2117458" cy="2718511"/>
          </a:xfrm>
        </p:grpSpPr>
        <p:cxnSp>
          <p:nvCxnSpPr>
            <p:cNvPr id="7" name="Google Shape;341;p39">
              <a:extLst>
                <a:ext uri="{FF2B5EF4-FFF2-40B4-BE49-F238E27FC236}">
                  <a16:creationId xmlns:a16="http://schemas.microsoft.com/office/drawing/2014/main" id="{F0B150E0-EE43-6B54-E6BF-0E485EBC4331}"/>
                </a:ext>
              </a:extLst>
            </p:cNvPr>
            <p:cNvCxnSpPr/>
            <p:nvPr/>
          </p:nvCxnSpPr>
          <p:spPr>
            <a:xfrm>
              <a:off x="7279751" y="7228872"/>
              <a:ext cx="0" cy="632700"/>
            </a:xfrm>
            <a:prstGeom prst="straightConnector1">
              <a:avLst/>
            </a:prstGeom>
            <a:noFill/>
            <a:ln w="19050" cap="flat" cmpd="sng">
              <a:solidFill>
                <a:srgbClr val="525252"/>
              </a:solidFill>
              <a:prstDash val="solid"/>
              <a:round/>
              <a:headEnd type="none" w="med" len="med"/>
              <a:tailEnd type="diamond" w="med" len="med"/>
            </a:ln>
          </p:spPr>
        </p:cxnSp>
        <p:grpSp>
          <p:nvGrpSpPr>
            <p:cNvPr id="8" name="Google Shape;342;p39">
              <a:extLst>
                <a:ext uri="{FF2B5EF4-FFF2-40B4-BE49-F238E27FC236}">
                  <a16:creationId xmlns:a16="http://schemas.microsoft.com/office/drawing/2014/main" id="{5B2A080B-BD51-E37D-0422-162D2E9F11B7}"/>
                </a:ext>
              </a:extLst>
            </p:cNvPr>
            <p:cNvGrpSpPr/>
            <p:nvPr/>
          </p:nvGrpSpPr>
          <p:grpSpPr>
            <a:xfrm>
              <a:off x="6346071" y="5143061"/>
              <a:ext cx="2117458" cy="2200483"/>
              <a:chOff x="6286124" y="5146761"/>
              <a:chExt cx="2117458" cy="2200483"/>
            </a:xfrm>
          </p:grpSpPr>
          <p:sp>
            <p:nvSpPr>
              <p:cNvPr id="9" name="Google Shape;343;p39">
                <a:extLst>
                  <a:ext uri="{FF2B5EF4-FFF2-40B4-BE49-F238E27FC236}">
                    <a16:creationId xmlns:a16="http://schemas.microsoft.com/office/drawing/2014/main" id="{303018B1-0731-A322-9B15-5A2D664602FD}"/>
                  </a:ext>
                </a:extLst>
              </p:cNvPr>
              <p:cNvSpPr/>
              <p:nvPr/>
            </p:nvSpPr>
            <p:spPr>
              <a:xfrm>
                <a:off x="6286124" y="5404872"/>
                <a:ext cx="1823700" cy="1824000"/>
              </a:xfrm>
              <a:prstGeom prst="ellipse">
                <a:avLst/>
              </a:prstGeom>
              <a:noFill/>
              <a:ln w="19050" cap="flat" cmpd="sng">
                <a:solidFill>
                  <a:srgbClr val="525252"/>
                </a:solidFill>
                <a:prstDash val="solid"/>
                <a:round/>
                <a:headEnd type="none" w="sm" len="sm"/>
                <a:tailEnd type="none" w="sm" len="sm"/>
              </a:ln>
            </p:spPr>
            <p:txBody>
              <a:bodyPr spcFirstLastPara="1" wrap="square" lIns="48200" tIns="48200" rIns="48200" bIns="48200" anchor="ctr" anchorCtr="0">
                <a:noAutofit/>
              </a:bodyPr>
              <a:lstStyle/>
              <a:p>
                <a:pPr marL="0" lvl="0" indent="0" algn="l" rtl="0">
                  <a:spcBef>
                    <a:spcPts val="0"/>
                  </a:spcBef>
                  <a:spcAft>
                    <a:spcPts val="0"/>
                  </a:spcAft>
                  <a:buNone/>
                </a:pPr>
                <a:endParaRPr sz="700">
                  <a:solidFill>
                    <a:srgbClr val="1A0057"/>
                  </a:solidFill>
                </a:endParaRPr>
              </a:p>
            </p:txBody>
          </p:sp>
          <p:grpSp>
            <p:nvGrpSpPr>
              <p:cNvPr id="10" name="Google Shape;344;p39">
                <a:extLst>
                  <a:ext uri="{FF2B5EF4-FFF2-40B4-BE49-F238E27FC236}">
                    <a16:creationId xmlns:a16="http://schemas.microsoft.com/office/drawing/2014/main" id="{6E4EB079-44B9-67F2-546B-166178C50E4F}"/>
                  </a:ext>
                </a:extLst>
              </p:cNvPr>
              <p:cNvGrpSpPr/>
              <p:nvPr/>
            </p:nvGrpSpPr>
            <p:grpSpPr>
              <a:xfrm rot="-959433">
                <a:off x="6874725" y="5287227"/>
                <a:ext cx="1289404" cy="1919553"/>
                <a:chOff x="84769" y="2926324"/>
                <a:chExt cx="1297784" cy="1932028"/>
              </a:xfrm>
            </p:grpSpPr>
            <p:sp>
              <p:nvSpPr>
                <p:cNvPr id="11" name="Google Shape;345;p39">
                  <a:extLst>
                    <a:ext uri="{FF2B5EF4-FFF2-40B4-BE49-F238E27FC236}">
                      <a16:creationId xmlns:a16="http://schemas.microsoft.com/office/drawing/2014/main" id="{46ABD3DD-99BC-74FF-E8DD-4B77346B3F0A}"/>
                    </a:ext>
                  </a:extLst>
                </p:cNvPr>
                <p:cNvSpPr/>
                <p:nvPr/>
              </p:nvSpPr>
              <p:spPr>
                <a:xfrm>
                  <a:off x="646424" y="2926324"/>
                  <a:ext cx="544060" cy="443141"/>
                </a:xfrm>
                <a:custGeom>
                  <a:avLst/>
                  <a:gdLst/>
                  <a:ahLst/>
                  <a:cxnLst/>
                  <a:rect l="l" t="t" r="r" b="b"/>
                  <a:pathLst>
                    <a:path w="8264" h="6738" extrusionOk="0">
                      <a:moveTo>
                        <a:pt x="631" y="0"/>
                      </a:moveTo>
                      <a:lnTo>
                        <a:pt x="0" y="1928"/>
                      </a:lnTo>
                      <a:cubicBezTo>
                        <a:pt x="2663" y="2789"/>
                        <a:pt x="4981" y="4465"/>
                        <a:pt x="6634" y="6737"/>
                      </a:cubicBezTo>
                      <a:lnTo>
                        <a:pt x="8264" y="5544"/>
                      </a:lnTo>
                      <a:cubicBezTo>
                        <a:pt x="6370" y="2938"/>
                        <a:pt x="3696" y="999"/>
                        <a:pt x="631" y="0"/>
                      </a:cubicBezTo>
                      <a:close/>
                    </a:path>
                  </a:pathLst>
                </a:custGeom>
                <a:solidFill>
                  <a:srgbClr val="EF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12" name="Google Shape;346;p39">
                  <a:extLst>
                    <a:ext uri="{FF2B5EF4-FFF2-40B4-BE49-F238E27FC236}">
                      <a16:creationId xmlns:a16="http://schemas.microsoft.com/office/drawing/2014/main" id="{6C80B38C-0914-4E12-3A13-2838956F09A6}"/>
                    </a:ext>
                  </a:extLst>
                </p:cNvPr>
                <p:cNvSpPr/>
                <p:nvPr/>
              </p:nvSpPr>
              <p:spPr>
                <a:xfrm>
                  <a:off x="1082543" y="3873316"/>
                  <a:ext cx="300010" cy="590329"/>
                </a:xfrm>
                <a:custGeom>
                  <a:avLst/>
                  <a:gdLst/>
                  <a:ahLst/>
                  <a:cxnLst/>
                  <a:rect l="l" t="t" r="r" b="b"/>
                  <a:pathLst>
                    <a:path w="4557" h="8976" extrusionOk="0">
                      <a:moveTo>
                        <a:pt x="2537" y="1"/>
                      </a:moveTo>
                      <a:cubicBezTo>
                        <a:pt x="2537" y="2801"/>
                        <a:pt x="1653" y="5533"/>
                        <a:pt x="0" y="7794"/>
                      </a:cubicBezTo>
                      <a:lnTo>
                        <a:pt x="1630" y="8976"/>
                      </a:lnTo>
                      <a:cubicBezTo>
                        <a:pt x="3535" y="6371"/>
                        <a:pt x="4557" y="3226"/>
                        <a:pt x="4557" y="1"/>
                      </a:cubicBezTo>
                      <a:close/>
                    </a:path>
                  </a:pathLst>
                </a:custGeom>
                <a:solidFill>
                  <a:srgbClr val="EF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13" name="Google Shape;347;p39">
                  <a:extLst>
                    <a:ext uri="{FF2B5EF4-FFF2-40B4-BE49-F238E27FC236}">
                      <a16:creationId xmlns:a16="http://schemas.microsoft.com/office/drawing/2014/main" id="{216B912F-68DE-2000-DCDD-AFB75E43DAE0}"/>
                    </a:ext>
                  </a:extLst>
                </p:cNvPr>
                <p:cNvSpPr/>
                <p:nvPr/>
              </p:nvSpPr>
              <p:spPr>
                <a:xfrm>
                  <a:off x="1082543" y="3290246"/>
                  <a:ext cx="300010" cy="590329"/>
                </a:xfrm>
                <a:custGeom>
                  <a:avLst/>
                  <a:gdLst/>
                  <a:ahLst/>
                  <a:cxnLst/>
                  <a:rect l="l" t="t" r="r" b="b"/>
                  <a:pathLst>
                    <a:path w="4557" h="8976" extrusionOk="0">
                      <a:moveTo>
                        <a:pt x="1630" y="1"/>
                      </a:moveTo>
                      <a:lnTo>
                        <a:pt x="0" y="1194"/>
                      </a:lnTo>
                      <a:cubicBezTo>
                        <a:pt x="1653" y="3455"/>
                        <a:pt x="2537" y="6175"/>
                        <a:pt x="2537" y="8976"/>
                      </a:cubicBezTo>
                      <a:lnTo>
                        <a:pt x="4545" y="8976"/>
                      </a:lnTo>
                      <a:cubicBezTo>
                        <a:pt x="4557" y="5751"/>
                        <a:pt x="3535" y="2606"/>
                        <a:pt x="1630" y="1"/>
                      </a:cubicBezTo>
                      <a:close/>
                    </a:path>
                  </a:pathLst>
                </a:custGeom>
                <a:solidFill>
                  <a:srgbClr val="EF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14" name="Google Shape;348;p39">
                  <a:extLst>
                    <a:ext uri="{FF2B5EF4-FFF2-40B4-BE49-F238E27FC236}">
                      <a16:creationId xmlns:a16="http://schemas.microsoft.com/office/drawing/2014/main" id="{5FA7F05E-A516-0E1E-5D19-7294A6C39FA2}"/>
                    </a:ext>
                  </a:extLst>
                </p:cNvPr>
                <p:cNvSpPr/>
                <p:nvPr/>
              </p:nvSpPr>
              <p:spPr>
                <a:xfrm>
                  <a:off x="657224" y="4369629"/>
                  <a:ext cx="544060" cy="442418"/>
                </a:xfrm>
                <a:custGeom>
                  <a:avLst/>
                  <a:gdLst/>
                  <a:ahLst/>
                  <a:cxnLst/>
                  <a:rect l="l" t="t" r="r" b="b"/>
                  <a:pathLst>
                    <a:path w="8264" h="6727" extrusionOk="0">
                      <a:moveTo>
                        <a:pt x="6634" y="1"/>
                      </a:moveTo>
                      <a:cubicBezTo>
                        <a:pt x="4981" y="2262"/>
                        <a:pt x="2663" y="3949"/>
                        <a:pt x="0" y="4810"/>
                      </a:cubicBezTo>
                      <a:lnTo>
                        <a:pt x="620" y="6726"/>
                      </a:lnTo>
                      <a:cubicBezTo>
                        <a:pt x="3684" y="5728"/>
                        <a:pt x="6359" y="3788"/>
                        <a:pt x="8264" y="1183"/>
                      </a:cubicBezTo>
                      <a:lnTo>
                        <a:pt x="6634" y="1"/>
                      </a:lnTo>
                      <a:close/>
                    </a:path>
                  </a:pathLst>
                </a:custGeom>
                <a:solidFill>
                  <a:srgbClr val="EF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sp>
              <p:nvSpPr>
                <p:cNvPr id="15" name="Google Shape;349;p39">
                  <a:extLst>
                    <a:ext uri="{FF2B5EF4-FFF2-40B4-BE49-F238E27FC236}">
                      <a16:creationId xmlns:a16="http://schemas.microsoft.com/office/drawing/2014/main" id="{C9D5B617-C195-BC60-0E64-850695171062}"/>
                    </a:ext>
                  </a:extLst>
                </p:cNvPr>
                <p:cNvSpPr/>
                <p:nvPr/>
              </p:nvSpPr>
              <p:spPr>
                <a:xfrm>
                  <a:off x="84769" y="4682884"/>
                  <a:ext cx="620363" cy="175468"/>
                </a:xfrm>
                <a:custGeom>
                  <a:avLst/>
                  <a:gdLst/>
                  <a:ahLst/>
                  <a:cxnLst/>
                  <a:rect l="l" t="t" r="r" b="b"/>
                  <a:pathLst>
                    <a:path w="9423" h="2668" extrusionOk="0">
                      <a:moveTo>
                        <a:pt x="620" y="0"/>
                      </a:moveTo>
                      <a:lnTo>
                        <a:pt x="0" y="1917"/>
                      </a:lnTo>
                      <a:cubicBezTo>
                        <a:pt x="1537" y="2418"/>
                        <a:pt x="3131" y="2667"/>
                        <a:pt x="4725" y="2667"/>
                      </a:cubicBezTo>
                      <a:cubicBezTo>
                        <a:pt x="6310" y="2667"/>
                        <a:pt x="7895" y="2421"/>
                        <a:pt x="9423" y="1928"/>
                      </a:cubicBezTo>
                      <a:lnTo>
                        <a:pt x="8803" y="12"/>
                      </a:lnTo>
                      <a:cubicBezTo>
                        <a:pt x="7483" y="436"/>
                        <a:pt x="6118" y="643"/>
                        <a:pt x="4729" y="643"/>
                      </a:cubicBezTo>
                      <a:cubicBezTo>
                        <a:pt x="3340" y="643"/>
                        <a:pt x="1951" y="425"/>
                        <a:pt x="620" y="0"/>
                      </a:cubicBezTo>
                      <a:close/>
                    </a:path>
                  </a:pathLst>
                </a:custGeom>
                <a:solidFill>
                  <a:srgbClr val="EFD9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700">
                    <a:solidFill>
                      <a:srgbClr val="DB3862"/>
                    </a:solidFill>
                  </a:endParaRPr>
                </a:p>
              </p:txBody>
            </p:sp>
          </p:grpSp>
        </p:grpSp>
      </p:grpSp>
      <p:sp>
        <p:nvSpPr>
          <p:cNvPr id="62" name="TextBox 61">
            <a:extLst>
              <a:ext uri="{FF2B5EF4-FFF2-40B4-BE49-F238E27FC236}">
                <a16:creationId xmlns:a16="http://schemas.microsoft.com/office/drawing/2014/main" id="{7C79A4AA-3E1A-AB89-89B0-0187C5AA9AC4}"/>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63" name="TextBox 62">
            <a:extLst>
              <a:ext uri="{FF2B5EF4-FFF2-40B4-BE49-F238E27FC236}">
                <a16:creationId xmlns:a16="http://schemas.microsoft.com/office/drawing/2014/main" id="{E8F1BB56-D504-15AE-CDD6-06279474E46E}"/>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pic>
        <p:nvPicPr>
          <p:cNvPr id="80" name="Graphic 79">
            <a:extLst>
              <a:ext uri="{FF2B5EF4-FFF2-40B4-BE49-F238E27FC236}">
                <a16:creationId xmlns:a16="http://schemas.microsoft.com/office/drawing/2014/main" id="{7C82089B-CF8F-31B4-925F-419AC78CCE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28974" y="4175044"/>
            <a:ext cx="587895" cy="537089"/>
          </a:xfrm>
          <a:prstGeom prst="rect">
            <a:avLst/>
          </a:prstGeom>
        </p:spPr>
      </p:pic>
      <p:pic>
        <p:nvPicPr>
          <p:cNvPr id="81" name="Graphic 80">
            <a:extLst>
              <a:ext uri="{FF2B5EF4-FFF2-40B4-BE49-F238E27FC236}">
                <a16:creationId xmlns:a16="http://schemas.microsoft.com/office/drawing/2014/main" id="{26EF6233-3897-2B14-1237-361EB06C3D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1586" y="4183330"/>
            <a:ext cx="609600" cy="581025"/>
          </a:xfrm>
          <a:prstGeom prst="rect">
            <a:avLst/>
          </a:prstGeom>
        </p:spPr>
      </p:pic>
      <p:pic>
        <p:nvPicPr>
          <p:cNvPr id="107" name="Graphic 106">
            <a:extLst>
              <a:ext uri="{FF2B5EF4-FFF2-40B4-BE49-F238E27FC236}">
                <a16:creationId xmlns:a16="http://schemas.microsoft.com/office/drawing/2014/main" id="{7258A6B6-E041-5748-E701-09CD730D16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03104" y="4160801"/>
            <a:ext cx="620701" cy="603773"/>
          </a:xfrm>
          <a:prstGeom prst="rect">
            <a:avLst/>
          </a:prstGeom>
        </p:spPr>
      </p:pic>
      <p:pic>
        <p:nvPicPr>
          <p:cNvPr id="108" name="Graphic 107">
            <a:extLst>
              <a:ext uri="{FF2B5EF4-FFF2-40B4-BE49-F238E27FC236}">
                <a16:creationId xmlns:a16="http://schemas.microsoft.com/office/drawing/2014/main" id="{0676FAC3-F2FD-CDAA-C856-EC4A2D0CB3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61373" y="4162047"/>
            <a:ext cx="400769" cy="584651"/>
          </a:xfrm>
          <a:prstGeom prst="rect">
            <a:avLst/>
          </a:prstGeom>
        </p:spPr>
      </p:pic>
      <p:grpSp>
        <p:nvGrpSpPr>
          <p:cNvPr id="113" name="Group 112">
            <a:extLst>
              <a:ext uri="{FF2B5EF4-FFF2-40B4-BE49-F238E27FC236}">
                <a16:creationId xmlns:a16="http://schemas.microsoft.com/office/drawing/2014/main" id="{C9303726-EBFE-F583-537F-EF0616BC1C41}"/>
              </a:ext>
            </a:extLst>
          </p:cNvPr>
          <p:cNvGrpSpPr/>
          <p:nvPr/>
        </p:nvGrpSpPr>
        <p:grpSpPr>
          <a:xfrm>
            <a:off x="3834427" y="5707867"/>
            <a:ext cx="2306925" cy="847118"/>
            <a:chOff x="3789076" y="5707867"/>
            <a:chExt cx="2306925" cy="847118"/>
          </a:xfrm>
        </p:grpSpPr>
        <p:sp>
          <p:nvSpPr>
            <p:cNvPr id="110" name="TextBox 109">
              <a:extLst>
                <a:ext uri="{FF2B5EF4-FFF2-40B4-BE49-F238E27FC236}">
                  <a16:creationId xmlns:a16="http://schemas.microsoft.com/office/drawing/2014/main" id="{FDB72B2F-348D-FC9E-094C-2D5205526C2B}"/>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112" name="TextBox 111">
              <a:extLst>
                <a:ext uri="{FF2B5EF4-FFF2-40B4-BE49-F238E27FC236}">
                  <a16:creationId xmlns:a16="http://schemas.microsoft.com/office/drawing/2014/main" id="{4DC0CAA3-18F7-C039-D44D-65089B91F9F9}"/>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114" name="Group 113">
            <a:extLst>
              <a:ext uri="{FF2B5EF4-FFF2-40B4-BE49-F238E27FC236}">
                <a16:creationId xmlns:a16="http://schemas.microsoft.com/office/drawing/2014/main" id="{DB7395EA-2F0B-B39A-9247-FE65B6E3D784}"/>
              </a:ext>
            </a:extLst>
          </p:cNvPr>
          <p:cNvGrpSpPr/>
          <p:nvPr/>
        </p:nvGrpSpPr>
        <p:grpSpPr>
          <a:xfrm>
            <a:off x="8069016" y="5707867"/>
            <a:ext cx="2306925" cy="847118"/>
            <a:chOff x="3789076" y="5707867"/>
            <a:chExt cx="2306925" cy="847118"/>
          </a:xfrm>
        </p:grpSpPr>
        <p:sp>
          <p:nvSpPr>
            <p:cNvPr id="115" name="TextBox 114">
              <a:extLst>
                <a:ext uri="{FF2B5EF4-FFF2-40B4-BE49-F238E27FC236}">
                  <a16:creationId xmlns:a16="http://schemas.microsoft.com/office/drawing/2014/main" id="{BAE0EA34-BAE3-8F68-6AB2-E08952EBB74F}"/>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116" name="TextBox 115">
              <a:extLst>
                <a:ext uri="{FF2B5EF4-FFF2-40B4-BE49-F238E27FC236}">
                  <a16:creationId xmlns:a16="http://schemas.microsoft.com/office/drawing/2014/main" id="{F42684C6-E899-9C27-20B2-61F97D8E2E58}"/>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117" name="Group 116">
            <a:extLst>
              <a:ext uri="{FF2B5EF4-FFF2-40B4-BE49-F238E27FC236}">
                <a16:creationId xmlns:a16="http://schemas.microsoft.com/office/drawing/2014/main" id="{36C95D41-23C5-586C-2FCA-38A989EFDC96}"/>
              </a:ext>
            </a:extLst>
          </p:cNvPr>
          <p:cNvGrpSpPr/>
          <p:nvPr/>
        </p:nvGrpSpPr>
        <p:grpSpPr>
          <a:xfrm>
            <a:off x="6002923" y="2333405"/>
            <a:ext cx="2306925" cy="847118"/>
            <a:chOff x="3789076" y="5707867"/>
            <a:chExt cx="2306925" cy="847118"/>
          </a:xfrm>
        </p:grpSpPr>
        <p:sp>
          <p:nvSpPr>
            <p:cNvPr id="118" name="TextBox 117">
              <a:extLst>
                <a:ext uri="{FF2B5EF4-FFF2-40B4-BE49-F238E27FC236}">
                  <a16:creationId xmlns:a16="http://schemas.microsoft.com/office/drawing/2014/main" id="{807B688C-E8F8-44E8-9B0B-344E4977E7FE}"/>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119" name="TextBox 118">
              <a:extLst>
                <a:ext uri="{FF2B5EF4-FFF2-40B4-BE49-F238E27FC236}">
                  <a16:creationId xmlns:a16="http://schemas.microsoft.com/office/drawing/2014/main" id="{5D95809D-6C2C-C637-4F87-0C9447BB4642}"/>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grpSp>
        <p:nvGrpSpPr>
          <p:cNvPr id="120" name="Group 119">
            <a:extLst>
              <a:ext uri="{FF2B5EF4-FFF2-40B4-BE49-F238E27FC236}">
                <a16:creationId xmlns:a16="http://schemas.microsoft.com/office/drawing/2014/main" id="{66DA15F2-12AF-437A-6E70-BD3A4BC7728E}"/>
              </a:ext>
            </a:extLst>
          </p:cNvPr>
          <p:cNvGrpSpPr/>
          <p:nvPr/>
        </p:nvGrpSpPr>
        <p:grpSpPr>
          <a:xfrm>
            <a:off x="1737786" y="2333405"/>
            <a:ext cx="2306925" cy="847118"/>
            <a:chOff x="3789076" y="5707867"/>
            <a:chExt cx="2306925" cy="847118"/>
          </a:xfrm>
        </p:grpSpPr>
        <p:sp>
          <p:nvSpPr>
            <p:cNvPr id="121" name="TextBox 120">
              <a:extLst>
                <a:ext uri="{FF2B5EF4-FFF2-40B4-BE49-F238E27FC236}">
                  <a16:creationId xmlns:a16="http://schemas.microsoft.com/office/drawing/2014/main" id="{8FF36B35-BB4F-2A13-90EF-42E7EE3208F3}"/>
                </a:ext>
              </a:extLst>
            </p:cNvPr>
            <p:cNvSpPr txBox="1"/>
            <p:nvPr/>
          </p:nvSpPr>
          <p:spPr>
            <a:xfrm>
              <a:off x="3789076" y="570786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122" name="TextBox 121">
              <a:extLst>
                <a:ext uri="{FF2B5EF4-FFF2-40B4-BE49-F238E27FC236}">
                  <a16:creationId xmlns:a16="http://schemas.microsoft.com/office/drawing/2014/main" id="{92C9D242-D20C-D2EB-4003-2485D390A654}"/>
                </a:ext>
              </a:extLst>
            </p:cNvPr>
            <p:cNvSpPr txBox="1"/>
            <p:nvPr/>
          </p:nvSpPr>
          <p:spPr>
            <a:xfrm>
              <a:off x="3789077" y="6093320"/>
              <a:ext cx="2306924" cy="461665"/>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grpSp>
      <p:sp>
        <p:nvSpPr>
          <p:cNvPr id="44" name="Slide Number Placeholder 43">
            <a:extLst>
              <a:ext uri="{FF2B5EF4-FFF2-40B4-BE49-F238E27FC236}">
                <a16:creationId xmlns:a16="http://schemas.microsoft.com/office/drawing/2014/main" id="{C6C3A635-7EE1-A55E-3D87-BAD9777FCFA0}"/>
              </a:ext>
            </a:extLst>
          </p:cNvPr>
          <p:cNvSpPr>
            <a:spLocks noGrp="1"/>
          </p:cNvSpPr>
          <p:nvPr>
            <p:ph type="sldNum" sz="quarter" idx="4"/>
          </p:nvPr>
        </p:nvSpPr>
        <p:spPr/>
        <p:txBody>
          <a:bodyPr/>
          <a:lstStyle/>
          <a:p>
            <a:fld id="{0262F45B-057E-45F1-BF75-BEAC56186E37}" type="slidenum">
              <a:rPr lang="en-US" smtClean="0"/>
              <a:pPr/>
              <a:t>16</a:t>
            </a:fld>
            <a:endParaRPr lang="en-US" dirty="0"/>
          </a:p>
        </p:txBody>
      </p:sp>
    </p:spTree>
    <p:extLst>
      <p:ext uri="{BB962C8B-B14F-4D97-AF65-F5344CB8AC3E}">
        <p14:creationId xmlns:p14="http://schemas.microsoft.com/office/powerpoint/2010/main" val="531008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50" fill="hold"/>
                                        <p:tgtEl>
                                          <p:spTgt spid="4"/>
                                        </p:tgtEl>
                                        <p:attrNameLst>
                                          <p:attrName>ppt_w</p:attrName>
                                        </p:attrNameLst>
                                      </p:cBhvr>
                                      <p:tavLst>
                                        <p:tav tm="0">
                                          <p:val>
                                            <p:strVal val="4/3*#ppt_w"/>
                                          </p:val>
                                        </p:tav>
                                        <p:tav tm="100000">
                                          <p:val>
                                            <p:strVal val="#ppt_w"/>
                                          </p:val>
                                        </p:tav>
                                      </p:tavLst>
                                    </p:anim>
                                    <p:anim calcmode="lin" valueType="num">
                                      <p:cBhvr>
                                        <p:cTn id="8" dur="250" fill="hold"/>
                                        <p:tgtEl>
                                          <p:spTgt spid="4"/>
                                        </p:tgtEl>
                                        <p:attrNameLst>
                                          <p:attrName>ppt_h</p:attrName>
                                        </p:attrNameLst>
                                      </p:cBhvr>
                                      <p:tavLst>
                                        <p:tav tm="0">
                                          <p:val>
                                            <p:strVal val="4/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120"/>
                                        </p:tgtEl>
                                        <p:attrNameLst>
                                          <p:attrName>style.visibility</p:attrName>
                                        </p:attrNameLst>
                                      </p:cBhvr>
                                      <p:to>
                                        <p:strVal val="visible"/>
                                      </p:to>
                                    </p:set>
                                    <p:animEffect transition="in" filter="fade">
                                      <p:cBhvr>
                                        <p:cTn id="11" dur="500"/>
                                        <p:tgtEl>
                                          <p:spTgt spid="120"/>
                                        </p:tgtEl>
                                      </p:cBhvr>
                                    </p:animEffect>
                                  </p:childTnLst>
                                </p:cTn>
                              </p:par>
                            </p:childTnLst>
                          </p:cTn>
                        </p:par>
                        <p:par>
                          <p:cTn id="12" fill="hold">
                            <p:stCondLst>
                              <p:cond delay="500"/>
                            </p:stCondLst>
                            <p:childTnLst>
                              <p:par>
                                <p:cTn id="13" presetID="23" presetClass="entr" presetSubtype="28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250" fill="hold"/>
                                        <p:tgtEl>
                                          <p:spTgt spid="6"/>
                                        </p:tgtEl>
                                        <p:attrNameLst>
                                          <p:attrName>ppt_w</p:attrName>
                                        </p:attrNameLst>
                                      </p:cBhvr>
                                      <p:tavLst>
                                        <p:tav tm="0">
                                          <p:val>
                                            <p:strVal val="4/3*#ppt_w"/>
                                          </p:val>
                                        </p:tav>
                                        <p:tav tm="100000">
                                          <p:val>
                                            <p:strVal val="#ppt_w"/>
                                          </p:val>
                                        </p:tav>
                                      </p:tavLst>
                                    </p:anim>
                                    <p:anim calcmode="lin" valueType="num">
                                      <p:cBhvr>
                                        <p:cTn id="16" dur="250" fill="hold"/>
                                        <p:tgtEl>
                                          <p:spTgt spid="6"/>
                                        </p:tgtEl>
                                        <p:attrNameLst>
                                          <p:attrName>ppt_h</p:attrName>
                                        </p:attrNameLst>
                                      </p:cBhvr>
                                      <p:tavLst>
                                        <p:tav tm="0">
                                          <p:val>
                                            <p:strVal val="4/3*#ppt_h"/>
                                          </p:val>
                                        </p:tav>
                                        <p:tav tm="100000">
                                          <p:val>
                                            <p:strVal val="#ppt_h"/>
                                          </p:val>
                                        </p:tav>
                                      </p:tavLst>
                                    </p:anim>
                                  </p:childTnLst>
                                </p:cTn>
                              </p:par>
                              <p:par>
                                <p:cTn id="17" presetID="10" presetClass="entr" presetSubtype="0" fill="hold" nodeType="withEffect">
                                  <p:stCondLst>
                                    <p:cond delay="0"/>
                                  </p:stCondLst>
                                  <p:childTnLst>
                                    <p:set>
                                      <p:cBhvr>
                                        <p:cTn id="18" dur="1" fill="hold">
                                          <p:stCondLst>
                                            <p:cond delay="0"/>
                                          </p:stCondLst>
                                        </p:cTn>
                                        <p:tgtEl>
                                          <p:spTgt spid="113"/>
                                        </p:tgtEl>
                                        <p:attrNameLst>
                                          <p:attrName>style.visibility</p:attrName>
                                        </p:attrNameLst>
                                      </p:cBhvr>
                                      <p:to>
                                        <p:strVal val="visible"/>
                                      </p:to>
                                    </p:set>
                                    <p:animEffect transition="in" filter="fade">
                                      <p:cBhvr>
                                        <p:cTn id="19" dur="500"/>
                                        <p:tgtEl>
                                          <p:spTgt spid="113"/>
                                        </p:tgtEl>
                                      </p:cBhvr>
                                    </p:animEffect>
                                  </p:childTnLst>
                                </p:cTn>
                              </p:par>
                            </p:childTnLst>
                          </p:cTn>
                        </p:par>
                        <p:par>
                          <p:cTn id="20" fill="hold">
                            <p:stCondLst>
                              <p:cond delay="1000"/>
                            </p:stCondLst>
                            <p:childTnLst>
                              <p:par>
                                <p:cTn id="21" presetID="23" presetClass="entr" presetSubtype="288"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250" fill="hold"/>
                                        <p:tgtEl>
                                          <p:spTgt spid="3"/>
                                        </p:tgtEl>
                                        <p:attrNameLst>
                                          <p:attrName>ppt_w</p:attrName>
                                        </p:attrNameLst>
                                      </p:cBhvr>
                                      <p:tavLst>
                                        <p:tav tm="0">
                                          <p:val>
                                            <p:strVal val="4/3*#ppt_w"/>
                                          </p:val>
                                        </p:tav>
                                        <p:tav tm="100000">
                                          <p:val>
                                            <p:strVal val="#ppt_w"/>
                                          </p:val>
                                        </p:tav>
                                      </p:tavLst>
                                    </p:anim>
                                    <p:anim calcmode="lin" valueType="num">
                                      <p:cBhvr>
                                        <p:cTn id="24" dur="250" fill="hold"/>
                                        <p:tgtEl>
                                          <p:spTgt spid="3"/>
                                        </p:tgtEl>
                                        <p:attrNameLst>
                                          <p:attrName>ppt_h</p:attrName>
                                        </p:attrNameLst>
                                      </p:cBhvr>
                                      <p:tavLst>
                                        <p:tav tm="0">
                                          <p:val>
                                            <p:strVal val="4/3*#ppt_h"/>
                                          </p:val>
                                        </p:tav>
                                        <p:tav tm="100000">
                                          <p:val>
                                            <p:strVal val="#ppt_h"/>
                                          </p:val>
                                        </p:tav>
                                      </p:tavLst>
                                    </p:anim>
                                  </p:childTnLst>
                                </p:cTn>
                              </p:par>
                              <p:par>
                                <p:cTn id="25" presetID="10" presetClass="entr" presetSubtype="0" fill="hold" nodeType="with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fade">
                                      <p:cBhvr>
                                        <p:cTn id="27" dur="500"/>
                                        <p:tgtEl>
                                          <p:spTgt spid="117"/>
                                        </p:tgtEl>
                                      </p:cBhvr>
                                    </p:animEffect>
                                  </p:childTnLst>
                                </p:cTn>
                              </p:par>
                            </p:childTnLst>
                          </p:cTn>
                        </p:par>
                        <p:par>
                          <p:cTn id="28" fill="hold">
                            <p:stCondLst>
                              <p:cond delay="1500"/>
                            </p:stCondLst>
                            <p:childTnLst>
                              <p:par>
                                <p:cTn id="29" presetID="23" presetClass="entr" presetSubtype="288"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250" fill="hold"/>
                                        <p:tgtEl>
                                          <p:spTgt spid="5"/>
                                        </p:tgtEl>
                                        <p:attrNameLst>
                                          <p:attrName>ppt_w</p:attrName>
                                        </p:attrNameLst>
                                      </p:cBhvr>
                                      <p:tavLst>
                                        <p:tav tm="0">
                                          <p:val>
                                            <p:strVal val="4/3*#ppt_w"/>
                                          </p:val>
                                        </p:tav>
                                        <p:tav tm="100000">
                                          <p:val>
                                            <p:strVal val="#ppt_w"/>
                                          </p:val>
                                        </p:tav>
                                      </p:tavLst>
                                    </p:anim>
                                    <p:anim calcmode="lin" valueType="num">
                                      <p:cBhvr>
                                        <p:cTn id="32" dur="250" fill="hold"/>
                                        <p:tgtEl>
                                          <p:spTgt spid="5"/>
                                        </p:tgtEl>
                                        <p:attrNameLst>
                                          <p:attrName>ppt_h</p:attrName>
                                        </p:attrNameLst>
                                      </p:cBhvr>
                                      <p:tavLst>
                                        <p:tav tm="0">
                                          <p:val>
                                            <p:strVal val="4/3*#ppt_h"/>
                                          </p:val>
                                        </p:tav>
                                        <p:tav tm="100000">
                                          <p:val>
                                            <p:strVal val="#ppt_h"/>
                                          </p:val>
                                        </p:tav>
                                      </p:tavLst>
                                    </p:anim>
                                  </p:childTnLst>
                                </p:cTn>
                              </p:par>
                              <p:par>
                                <p:cTn id="33" presetID="10" presetClass="entr" presetSubtype="0" fill="hold" nodeType="with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fade">
                                      <p:cBhvr>
                                        <p:cTn id="35"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B5B74F-E626-912C-02E6-1FA1983BA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4441" y="-2295572"/>
            <a:ext cx="15487650" cy="10325100"/>
          </a:xfrm>
          <a:prstGeom prst="rect">
            <a:avLst/>
          </a:prstGeom>
        </p:spPr>
      </p:pic>
      <p:sp>
        <p:nvSpPr>
          <p:cNvPr id="12" name="Rectangle: Rounded Corners 11">
            <a:extLst>
              <a:ext uri="{FF2B5EF4-FFF2-40B4-BE49-F238E27FC236}">
                <a16:creationId xmlns:a16="http://schemas.microsoft.com/office/drawing/2014/main" id="{C107BAA9-E80F-4922-FC6E-F448DB88BDA4}"/>
              </a:ext>
            </a:extLst>
          </p:cNvPr>
          <p:cNvSpPr/>
          <p:nvPr/>
        </p:nvSpPr>
        <p:spPr>
          <a:xfrm>
            <a:off x="1897628" y="-1032387"/>
            <a:ext cx="8396746" cy="8873018"/>
          </a:xfrm>
          <a:prstGeom prst="roundRect">
            <a:avLst>
              <a:gd name="adj" fmla="val 8540"/>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BA8E000-FCE9-D456-15FB-C60B115EFAD7}"/>
              </a:ext>
            </a:extLst>
          </p:cNvPr>
          <p:cNvSpPr/>
          <p:nvPr/>
        </p:nvSpPr>
        <p:spPr>
          <a:xfrm rot="5400000">
            <a:off x="4401098" y="2562671"/>
            <a:ext cx="1713293" cy="3352908"/>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E703B11C-EE96-984E-8520-4D6CD7C03FE0}"/>
              </a:ext>
            </a:extLst>
          </p:cNvPr>
          <p:cNvSpPr/>
          <p:nvPr/>
        </p:nvSpPr>
        <p:spPr>
          <a:xfrm>
            <a:off x="3581293" y="612132"/>
            <a:ext cx="5110447" cy="2610372"/>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3B3CD949-DB02-2139-EB26-04ED4C495E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04219" y="912161"/>
            <a:ext cx="2025134" cy="1954817"/>
          </a:xfrm>
          <a:prstGeom prst="rect">
            <a:avLst/>
          </a:prstGeom>
        </p:spPr>
      </p:pic>
      <p:sp>
        <p:nvSpPr>
          <p:cNvPr id="7" name="Rectangle: Rounded Corners 6">
            <a:extLst>
              <a:ext uri="{FF2B5EF4-FFF2-40B4-BE49-F238E27FC236}">
                <a16:creationId xmlns:a16="http://schemas.microsoft.com/office/drawing/2014/main" id="{F07CB5A4-BD9C-71BB-F62F-6F48A4CFFAFB}"/>
              </a:ext>
            </a:extLst>
          </p:cNvPr>
          <p:cNvSpPr/>
          <p:nvPr/>
        </p:nvSpPr>
        <p:spPr>
          <a:xfrm rot="5400000">
            <a:off x="5694915" y="3249043"/>
            <a:ext cx="883202" cy="5110447"/>
          </a:xfrm>
          <a:prstGeom prst="roundRect">
            <a:avLst>
              <a:gd name="adj" fmla="val 18567"/>
            </a:avLst>
          </a:prstGeom>
          <a:solidFill>
            <a:srgbClr val="A9D18E"/>
          </a:solidFill>
          <a:ln>
            <a:noFill/>
          </a:ln>
        </p:spPr>
        <p:txBody>
          <a:bodyPr spcFirstLastPara="1" wrap="square" lIns="91425" tIns="91425" rIns="91425" bIns="91425" anchor="ctr" anchorCtr="0">
            <a:noAutofit/>
          </a:bodyPr>
          <a:lstStyle/>
          <a:p>
            <a:endParaRPr lang="en-US" sz="700" dirty="0">
              <a:solidFill>
                <a:srgbClr val="DB3862"/>
              </a:solidFill>
            </a:endParaRPr>
          </a:p>
        </p:txBody>
      </p:sp>
      <p:sp>
        <p:nvSpPr>
          <p:cNvPr id="9" name="TextBox 8">
            <a:extLst>
              <a:ext uri="{FF2B5EF4-FFF2-40B4-BE49-F238E27FC236}">
                <a16:creationId xmlns:a16="http://schemas.microsoft.com/office/drawing/2014/main" id="{10B941C5-3DA0-F269-96DB-720FB9B93314}"/>
              </a:ext>
            </a:extLst>
          </p:cNvPr>
          <p:cNvSpPr txBox="1"/>
          <p:nvPr/>
        </p:nvSpPr>
        <p:spPr>
          <a:xfrm>
            <a:off x="2776361" y="1467956"/>
            <a:ext cx="5506756" cy="4111125"/>
          </a:xfrm>
          <a:prstGeom prst="rect">
            <a:avLst/>
          </a:prstGeom>
          <a:noFill/>
        </p:spPr>
        <p:txBody>
          <a:bodyPr wrap="square" rtlCol="0">
            <a:spAutoFit/>
          </a:bodyPr>
          <a:lstStyle/>
          <a:p>
            <a:pPr algn="r" rtl="1">
              <a:lnSpc>
                <a:spcPct val="80000"/>
              </a:lnSpc>
            </a:pPr>
            <a:r>
              <a:rPr lang="fa-IR" sz="11500" dirty="0">
                <a:cs typeface="B Titr" panose="00000700000000000000" pitchFamily="2" charset="-78"/>
              </a:rPr>
              <a:t>فصل </a:t>
            </a:r>
            <a:r>
              <a:rPr lang="fa-IR" sz="19900" dirty="0">
                <a:cs typeface="B Titr" panose="00000700000000000000" pitchFamily="2" charset="-78"/>
              </a:rPr>
              <a:t>دوم</a:t>
            </a:r>
            <a:endParaRPr lang="en-US" sz="11500" dirty="0">
              <a:cs typeface="B Titr" panose="00000700000000000000" pitchFamily="2" charset="-78"/>
            </a:endParaRPr>
          </a:p>
        </p:txBody>
      </p:sp>
      <p:sp>
        <p:nvSpPr>
          <p:cNvPr id="10" name="TextBox 9">
            <a:extLst>
              <a:ext uri="{FF2B5EF4-FFF2-40B4-BE49-F238E27FC236}">
                <a16:creationId xmlns:a16="http://schemas.microsoft.com/office/drawing/2014/main" id="{6C93758B-787C-32CA-AADA-1E14A63EE7F4}"/>
              </a:ext>
            </a:extLst>
          </p:cNvPr>
          <p:cNvSpPr txBox="1"/>
          <p:nvPr/>
        </p:nvSpPr>
        <p:spPr>
          <a:xfrm>
            <a:off x="3581292" y="5455848"/>
            <a:ext cx="5110448" cy="646331"/>
          </a:xfrm>
          <a:prstGeom prst="rect">
            <a:avLst/>
          </a:prstGeom>
          <a:noFill/>
        </p:spPr>
        <p:txBody>
          <a:bodyPr wrap="square" rtlCol="0">
            <a:spAutoFit/>
          </a:bodyPr>
          <a:lstStyle/>
          <a:p>
            <a:pPr algn="ctr" rtl="1"/>
            <a:r>
              <a:rPr lang="fa-IR" sz="3600">
                <a:cs typeface="B Titr" panose="00000700000000000000" pitchFamily="2" charset="-78"/>
              </a:rPr>
              <a:t>عنوان را اینجا بنویسید</a:t>
            </a:r>
            <a:endParaRPr lang="en-US" sz="3600" dirty="0">
              <a:cs typeface="B Titr" panose="00000700000000000000" pitchFamily="2" charset="-78"/>
            </a:endParaRPr>
          </a:p>
        </p:txBody>
      </p:sp>
      <p:sp>
        <p:nvSpPr>
          <p:cNvPr id="14" name="Rectangle: Rounded Corners 13">
            <a:extLst>
              <a:ext uri="{FF2B5EF4-FFF2-40B4-BE49-F238E27FC236}">
                <a16:creationId xmlns:a16="http://schemas.microsoft.com/office/drawing/2014/main" id="{0178FFD0-9950-1F3D-6F0C-7C6E053EA5AD}"/>
              </a:ext>
            </a:extLst>
          </p:cNvPr>
          <p:cNvSpPr/>
          <p:nvPr/>
        </p:nvSpPr>
        <p:spPr>
          <a:xfrm rot="5400000">
            <a:off x="13507505" y="-376849"/>
            <a:ext cx="1772929" cy="1772929"/>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2E79F47-2440-B692-D79D-688111843D19}"/>
              </a:ext>
            </a:extLst>
          </p:cNvPr>
          <p:cNvSpPr/>
          <p:nvPr/>
        </p:nvSpPr>
        <p:spPr>
          <a:xfrm rot="5400000">
            <a:off x="-2961077" y="-376849"/>
            <a:ext cx="1772929" cy="1772929"/>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663D20A-A3DC-F285-F2CB-7996E88CF9C3}"/>
              </a:ext>
            </a:extLst>
          </p:cNvPr>
          <p:cNvSpPr/>
          <p:nvPr/>
        </p:nvSpPr>
        <p:spPr>
          <a:xfrm rot="5400000">
            <a:off x="-2961077" y="5085073"/>
            <a:ext cx="1772929" cy="1772929"/>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B1FC2DD-E468-56C1-48A7-9BFABAB3A621}"/>
              </a:ext>
            </a:extLst>
          </p:cNvPr>
          <p:cNvSpPr/>
          <p:nvPr/>
        </p:nvSpPr>
        <p:spPr>
          <a:xfrm rot="5400000">
            <a:off x="13507505" y="5085071"/>
            <a:ext cx="1772929" cy="1772929"/>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D7EEE55A-B3C3-4EE9-A8F2-329738B80FE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74305" y="-104323"/>
            <a:ext cx="1190895" cy="1227878"/>
          </a:xfrm>
          <a:prstGeom prst="rect">
            <a:avLst/>
          </a:prstGeom>
        </p:spPr>
      </p:pic>
      <p:pic>
        <p:nvPicPr>
          <p:cNvPr id="19" name="Graphic 18">
            <a:extLst>
              <a:ext uri="{FF2B5EF4-FFF2-40B4-BE49-F238E27FC236}">
                <a16:creationId xmlns:a16="http://schemas.microsoft.com/office/drawing/2014/main" id="{44658C91-F350-D022-C968-D7F0FAEF19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63209" y="5319816"/>
            <a:ext cx="1027861" cy="1356442"/>
          </a:xfrm>
          <a:prstGeom prst="rect">
            <a:avLst/>
          </a:prstGeom>
        </p:spPr>
      </p:pic>
      <p:pic>
        <p:nvPicPr>
          <p:cNvPr id="20" name="Graphic 19">
            <a:extLst>
              <a:ext uri="{FF2B5EF4-FFF2-40B4-BE49-F238E27FC236}">
                <a16:creationId xmlns:a16="http://schemas.microsoft.com/office/drawing/2014/main" id="{925D4C14-8BC9-5B47-3478-41E1EA639F9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52396" y="5308533"/>
            <a:ext cx="963601" cy="1314746"/>
          </a:xfrm>
          <a:prstGeom prst="rect">
            <a:avLst/>
          </a:prstGeom>
        </p:spPr>
      </p:pic>
      <p:pic>
        <p:nvPicPr>
          <p:cNvPr id="21" name="Graphic 20">
            <a:extLst>
              <a:ext uri="{FF2B5EF4-FFF2-40B4-BE49-F238E27FC236}">
                <a16:creationId xmlns:a16="http://schemas.microsoft.com/office/drawing/2014/main" id="{2AAF4B4C-F3B7-959F-B8E7-D4D227AE435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42255" y="-49760"/>
            <a:ext cx="1098038" cy="1118755"/>
          </a:xfrm>
          <a:prstGeom prst="rect">
            <a:avLst/>
          </a:prstGeom>
        </p:spPr>
      </p:pic>
    </p:spTree>
    <p:extLst>
      <p:ext uri="{BB962C8B-B14F-4D97-AF65-F5344CB8AC3E}">
        <p14:creationId xmlns:p14="http://schemas.microsoft.com/office/powerpoint/2010/main" val="1905694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240D58-D8AB-0486-0ED8-5211F58A4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3987" y="-3467100"/>
            <a:ext cx="15487650" cy="10325100"/>
          </a:xfrm>
          <a:prstGeom prst="rect">
            <a:avLst/>
          </a:prstGeom>
        </p:spPr>
      </p:pic>
      <p:sp>
        <p:nvSpPr>
          <p:cNvPr id="20" name="Rectangle 19">
            <a:extLst>
              <a:ext uri="{FF2B5EF4-FFF2-40B4-BE49-F238E27FC236}">
                <a16:creationId xmlns:a16="http://schemas.microsoft.com/office/drawing/2014/main" id="{397DD583-AA7E-5A5A-D61F-10078C779293}"/>
              </a:ext>
            </a:extLst>
          </p:cNvPr>
          <p:cNvSpPr/>
          <p:nvPr/>
        </p:nvSpPr>
        <p:spPr>
          <a:xfrm>
            <a:off x="-1" y="0"/>
            <a:ext cx="12192001" cy="6858000"/>
          </a:xfrm>
          <a:prstGeom prst="rect">
            <a:avLst/>
          </a:prstGeom>
          <a:gradFill>
            <a:gsLst>
              <a:gs pos="0">
                <a:schemeClr val="accent1">
                  <a:lumMod val="5000"/>
                  <a:lumOff val="95000"/>
                  <a:alpha val="25000"/>
                </a:schemeClr>
              </a:gs>
              <a:gs pos="100000">
                <a:schemeClr val="bg1">
                  <a:alpha val="6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A4E429F-FEF2-DAD1-1D93-3F15A4DFFA73}"/>
              </a:ext>
            </a:extLst>
          </p:cNvPr>
          <p:cNvSpPr/>
          <p:nvPr/>
        </p:nvSpPr>
        <p:spPr>
          <a:xfrm>
            <a:off x="1872018" y="1866900"/>
            <a:ext cx="8447964" cy="2381250"/>
          </a:xfrm>
          <a:prstGeom prst="roundRect">
            <a:avLst>
              <a:gd name="adj" fmla="val 15223"/>
            </a:avLst>
          </a:prstGeom>
          <a:solidFill>
            <a:srgbClr val="A9D18E">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33B444B-4E72-B5E3-DEEB-46E8BC1F7C73}"/>
              </a:ext>
            </a:extLst>
          </p:cNvPr>
          <p:cNvSpPr txBox="1"/>
          <p:nvPr/>
        </p:nvSpPr>
        <p:spPr>
          <a:xfrm>
            <a:off x="2202102" y="2124777"/>
            <a:ext cx="7690430" cy="646331"/>
          </a:xfrm>
          <a:prstGeom prst="rect">
            <a:avLst/>
          </a:prstGeom>
          <a:noFill/>
        </p:spPr>
        <p:txBody>
          <a:bodyPr wrap="square" rtlCol="0">
            <a:spAutoFit/>
          </a:bodyPr>
          <a:lstStyle/>
          <a:p>
            <a:pPr algn="ctr" rtl="1"/>
            <a:r>
              <a:rPr lang="fa-IR" sz="3600" dirty="0">
                <a:cs typeface="B Titr" panose="00000700000000000000" pitchFamily="2" charset="-78"/>
              </a:rPr>
              <a:t>عنوان خود را اینجا بنویسید</a:t>
            </a:r>
            <a:endParaRPr lang="en-US" sz="3600" dirty="0">
              <a:cs typeface="B Titr" panose="00000700000000000000" pitchFamily="2" charset="-78"/>
            </a:endParaRPr>
          </a:p>
        </p:txBody>
      </p:sp>
      <p:sp>
        <p:nvSpPr>
          <p:cNvPr id="9" name="TextBox 8">
            <a:extLst>
              <a:ext uri="{FF2B5EF4-FFF2-40B4-BE49-F238E27FC236}">
                <a16:creationId xmlns:a16="http://schemas.microsoft.com/office/drawing/2014/main" id="{AEAFBED4-38CB-28D8-BB8D-C147D38D908D}"/>
              </a:ext>
            </a:extLst>
          </p:cNvPr>
          <p:cNvSpPr txBox="1"/>
          <p:nvPr/>
        </p:nvSpPr>
        <p:spPr>
          <a:xfrm>
            <a:off x="2367144" y="2862477"/>
            <a:ext cx="7525388" cy="954107"/>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چاپ، و با استفاده از طراحان گرافیک است، چاپگرها و متون بلکه روزنامه و مجله در ستون و سطرآنچنان که لازم است، و برای شرایط طلبد، تا با نرم افزارها شناخت بیشتری را برای طراحان رایانه ای تمام و دشواری موجود در ارائه راهکارها، و به پایان رسد و زمان مورد نیاز، و جوابگوی سوالات طراحی اساسا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508A8220-211C-E448-2739-FD69F37A02B8}"/>
              </a:ext>
            </a:extLst>
          </p:cNvPr>
          <p:cNvSpPr txBox="1"/>
          <p:nvPr/>
        </p:nvSpPr>
        <p:spPr>
          <a:xfrm>
            <a:off x="8621639" y="-16114773"/>
            <a:ext cx="1471404" cy="2954655"/>
          </a:xfrm>
          <a:prstGeom prst="rect">
            <a:avLst/>
          </a:prstGeom>
          <a:noFill/>
        </p:spPr>
        <p:txBody>
          <a:bodyPr wrap="square" rtlCol="0" anchor="ctr" anchorCtr="0">
            <a:spAutoFit/>
          </a:bodyPr>
          <a:lstStyle/>
          <a:p>
            <a:pPr algn="ctr"/>
            <a:r>
              <a:rPr lang="fa-IR" sz="18600" dirty="0">
                <a:cs typeface="Mj_Fares Bold" panose="03000201010305050404" pitchFamily="66" charset="-78"/>
              </a:rPr>
              <a:t>2</a:t>
            </a:r>
            <a:endParaRPr lang="en-US" sz="18600" dirty="0">
              <a:cs typeface="Mj_Fares Bold" panose="03000201010305050404" pitchFamily="66" charset="-78"/>
            </a:endParaRPr>
          </a:p>
        </p:txBody>
      </p:sp>
      <p:sp>
        <p:nvSpPr>
          <p:cNvPr id="6" name="Rectangle: Rounded Corners 5">
            <a:extLst>
              <a:ext uri="{FF2B5EF4-FFF2-40B4-BE49-F238E27FC236}">
                <a16:creationId xmlns:a16="http://schemas.microsoft.com/office/drawing/2014/main" id="{79642DC9-A214-CDCC-BBA1-371E05FA35E2}"/>
              </a:ext>
            </a:extLst>
          </p:cNvPr>
          <p:cNvSpPr/>
          <p:nvPr/>
        </p:nvSpPr>
        <p:spPr>
          <a:xfrm rot="16200000">
            <a:off x="2206904" y="4004633"/>
            <a:ext cx="1390470" cy="2060242"/>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67C784FE-02AD-12E5-79B9-7556559BB8BC}"/>
              </a:ext>
            </a:extLst>
          </p:cNvPr>
          <p:cNvSpPr/>
          <p:nvPr/>
        </p:nvSpPr>
        <p:spPr>
          <a:xfrm rot="16200000">
            <a:off x="4336143" y="4004632"/>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4326B70-B77B-B359-0947-78238B1D5CA3}"/>
              </a:ext>
            </a:extLst>
          </p:cNvPr>
          <p:cNvSpPr/>
          <p:nvPr/>
        </p:nvSpPr>
        <p:spPr>
          <a:xfrm rot="16200000">
            <a:off x="6465383" y="4004632"/>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38646D1-BC13-55E3-8D1C-5ABABA697216}"/>
              </a:ext>
            </a:extLst>
          </p:cNvPr>
          <p:cNvSpPr/>
          <p:nvPr/>
        </p:nvSpPr>
        <p:spPr>
          <a:xfrm rot="16200000">
            <a:off x="8594624" y="4004632"/>
            <a:ext cx="1390470" cy="2060244"/>
          </a:xfrm>
          <a:prstGeom prst="roundRect">
            <a:avLst>
              <a:gd name="adj" fmla="val 18567"/>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EE50C58D-71F8-B56C-7E35-2729CBA27A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1075" y="4445197"/>
            <a:ext cx="1111457" cy="1145973"/>
          </a:xfrm>
          <a:prstGeom prst="rect">
            <a:avLst/>
          </a:prstGeom>
        </p:spPr>
      </p:pic>
      <p:pic>
        <p:nvPicPr>
          <p:cNvPr id="16" name="Graphic 15">
            <a:extLst>
              <a:ext uri="{FF2B5EF4-FFF2-40B4-BE49-F238E27FC236}">
                <a16:creationId xmlns:a16="http://schemas.microsoft.com/office/drawing/2014/main" id="{C015C1B3-5559-248D-C0C5-2E661BDD5E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68718" y="4430887"/>
            <a:ext cx="890062" cy="1174592"/>
          </a:xfrm>
          <a:prstGeom prst="rect">
            <a:avLst/>
          </a:prstGeom>
        </p:spPr>
      </p:pic>
      <p:pic>
        <p:nvPicPr>
          <p:cNvPr id="17" name="Graphic 16">
            <a:extLst>
              <a:ext uri="{FF2B5EF4-FFF2-40B4-BE49-F238E27FC236}">
                <a16:creationId xmlns:a16="http://schemas.microsoft.com/office/drawing/2014/main" id="{678EDA85-05ED-4BF7-E3A6-6152FE0252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7656" y="4430887"/>
            <a:ext cx="860879" cy="1174592"/>
          </a:xfrm>
          <a:prstGeom prst="rect">
            <a:avLst/>
          </a:prstGeom>
        </p:spPr>
      </p:pic>
      <p:pic>
        <p:nvPicPr>
          <p:cNvPr id="18" name="Graphic 17">
            <a:extLst>
              <a:ext uri="{FF2B5EF4-FFF2-40B4-BE49-F238E27FC236}">
                <a16:creationId xmlns:a16="http://schemas.microsoft.com/office/drawing/2014/main" id="{5FF806EB-1168-97E0-6A36-CA4303DB14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67144" y="4496119"/>
            <a:ext cx="1024794" cy="1044129"/>
          </a:xfrm>
          <a:prstGeom prst="rect">
            <a:avLst/>
          </a:prstGeom>
        </p:spPr>
      </p:pic>
      <p:sp>
        <p:nvSpPr>
          <p:cNvPr id="22" name="Slide Number Placeholder 21">
            <a:extLst>
              <a:ext uri="{FF2B5EF4-FFF2-40B4-BE49-F238E27FC236}">
                <a16:creationId xmlns:a16="http://schemas.microsoft.com/office/drawing/2014/main" id="{0F17205B-D860-63B8-1228-F2C0456EE105}"/>
              </a:ext>
            </a:extLst>
          </p:cNvPr>
          <p:cNvSpPr>
            <a:spLocks noGrp="1"/>
          </p:cNvSpPr>
          <p:nvPr>
            <p:ph type="sldNum" sz="quarter" idx="4"/>
          </p:nvPr>
        </p:nvSpPr>
        <p:spPr/>
        <p:txBody>
          <a:bodyPr/>
          <a:lstStyle/>
          <a:p>
            <a:fld id="{0262F45B-057E-45F1-BF75-BEAC56186E37}" type="slidenum">
              <a:rPr lang="en-US" smtClean="0"/>
              <a:pPr/>
              <a:t>18</a:t>
            </a:fld>
            <a:endParaRPr lang="en-US" dirty="0"/>
          </a:p>
        </p:txBody>
      </p:sp>
    </p:spTree>
    <p:extLst>
      <p:ext uri="{BB962C8B-B14F-4D97-AF65-F5344CB8AC3E}">
        <p14:creationId xmlns:p14="http://schemas.microsoft.com/office/powerpoint/2010/main" val="3137388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29AF4C9-C3C6-2E28-730F-E6B323C511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049" y="-1029130"/>
            <a:ext cx="13292970" cy="8861980"/>
          </a:xfrm>
          <a:prstGeom prst="rect">
            <a:avLst/>
          </a:prstGeom>
        </p:spPr>
      </p:pic>
      <p:sp>
        <p:nvSpPr>
          <p:cNvPr id="4" name="Rectangle 3">
            <a:extLst>
              <a:ext uri="{FF2B5EF4-FFF2-40B4-BE49-F238E27FC236}">
                <a16:creationId xmlns:a16="http://schemas.microsoft.com/office/drawing/2014/main" id="{8731DF27-C3BD-6B54-DB41-6930D8213AE9}"/>
              </a:ext>
            </a:extLst>
          </p:cNvPr>
          <p:cNvSpPr/>
          <p:nvPr/>
        </p:nvSpPr>
        <p:spPr>
          <a:xfrm>
            <a:off x="-1" y="0"/>
            <a:ext cx="12192001" cy="6858000"/>
          </a:xfrm>
          <a:prstGeom prst="rect">
            <a:avLst/>
          </a:prstGeom>
          <a:gradFill>
            <a:gsLst>
              <a:gs pos="0">
                <a:schemeClr val="accent1">
                  <a:lumMod val="5000"/>
                  <a:lumOff val="95000"/>
                  <a:alpha val="25000"/>
                </a:schemeClr>
              </a:gs>
              <a:gs pos="100000">
                <a:schemeClr val="bg1">
                  <a:alpha val="6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E9CAAC2D-27F3-ECCF-3BB1-FA06A3A6EF0C}"/>
              </a:ext>
            </a:extLst>
          </p:cNvPr>
          <p:cNvSpPr/>
          <p:nvPr/>
        </p:nvSpPr>
        <p:spPr>
          <a:xfrm rot="16200000">
            <a:off x="4290636" y="3456140"/>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CE27D97-0BEC-E3BF-82A8-0C209C5BC3C5}"/>
              </a:ext>
            </a:extLst>
          </p:cNvPr>
          <p:cNvSpPr/>
          <p:nvPr/>
        </p:nvSpPr>
        <p:spPr>
          <a:xfrm rot="16200000">
            <a:off x="6128436" y="3456140"/>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6FF4F74-2DE6-4C6F-EEF4-8349AFCBF1D0}"/>
              </a:ext>
            </a:extLst>
          </p:cNvPr>
          <p:cNvSpPr/>
          <p:nvPr/>
        </p:nvSpPr>
        <p:spPr>
          <a:xfrm rot="16200000">
            <a:off x="6128436" y="1628931"/>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389A938-C0D7-E6D7-7E85-59A167FAF414}"/>
              </a:ext>
            </a:extLst>
          </p:cNvPr>
          <p:cNvSpPr/>
          <p:nvPr/>
        </p:nvSpPr>
        <p:spPr>
          <a:xfrm rot="16200000">
            <a:off x="4290637" y="1628933"/>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C9BAAA55-44EF-1AF8-AFAB-E52ECFC159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5236" y="1901457"/>
            <a:ext cx="1190895" cy="1227878"/>
          </a:xfrm>
          <a:prstGeom prst="rect">
            <a:avLst/>
          </a:prstGeom>
        </p:spPr>
      </p:pic>
      <p:pic>
        <p:nvPicPr>
          <p:cNvPr id="10" name="Graphic 9">
            <a:extLst>
              <a:ext uri="{FF2B5EF4-FFF2-40B4-BE49-F238E27FC236}">
                <a16:creationId xmlns:a16="http://schemas.microsoft.com/office/drawing/2014/main" id="{902EA382-414F-A735-81EF-39F12D3C6C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4139" y="3690883"/>
            <a:ext cx="1027861" cy="1356442"/>
          </a:xfrm>
          <a:prstGeom prst="rect">
            <a:avLst/>
          </a:prstGeom>
        </p:spPr>
      </p:pic>
      <p:pic>
        <p:nvPicPr>
          <p:cNvPr id="11" name="Graphic 10">
            <a:extLst>
              <a:ext uri="{FF2B5EF4-FFF2-40B4-BE49-F238E27FC236}">
                <a16:creationId xmlns:a16="http://schemas.microsoft.com/office/drawing/2014/main" id="{8D3F0F80-B931-F734-FF8E-E32534C4102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99317" y="3679600"/>
            <a:ext cx="963601" cy="1314746"/>
          </a:xfrm>
          <a:prstGeom prst="rect">
            <a:avLst/>
          </a:prstGeom>
        </p:spPr>
      </p:pic>
      <p:pic>
        <p:nvPicPr>
          <p:cNvPr id="12" name="Graphic 11">
            <a:extLst>
              <a:ext uri="{FF2B5EF4-FFF2-40B4-BE49-F238E27FC236}">
                <a16:creationId xmlns:a16="http://schemas.microsoft.com/office/drawing/2014/main" id="{6723F791-3241-3712-22EF-462CC4EBC3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09458" y="1956020"/>
            <a:ext cx="1098038" cy="1118755"/>
          </a:xfrm>
          <a:prstGeom prst="rect">
            <a:avLst/>
          </a:prstGeom>
        </p:spPr>
      </p:pic>
      <p:sp>
        <p:nvSpPr>
          <p:cNvPr id="2" name="Rectangle: Rounded Corners 1">
            <a:extLst>
              <a:ext uri="{FF2B5EF4-FFF2-40B4-BE49-F238E27FC236}">
                <a16:creationId xmlns:a16="http://schemas.microsoft.com/office/drawing/2014/main" id="{07F96F7F-F076-1DCF-5A3D-A508964B704F}"/>
              </a:ext>
            </a:extLst>
          </p:cNvPr>
          <p:cNvSpPr/>
          <p:nvPr/>
        </p:nvSpPr>
        <p:spPr>
          <a:xfrm>
            <a:off x="4265899" y="-1619278"/>
            <a:ext cx="3595332" cy="1013426"/>
          </a:xfrm>
          <a:prstGeom prst="roundRect">
            <a:avLst>
              <a:gd name="adj" fmla="val 15223"/>
            </a:avLst>
          </a:prstGeom>
          <a:solidFill>
            <a:srgbClr val="A9D18E">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17">
            <a:extLst>
              <a:ext uri="{FF2B5EF4-FFF2-40B4-BE49-F238E27FC236}">
                <a16:creationId xmlns:a16="http://schemas.microsoft.com/office/drawing/2014/main" id="{27B3321A-25E3-C463-859C-51F61BEEAB48}"/>
              </a:ext>
            </a:extLst>
          </p:cNvPr>
          <p:cNvSpPr>
            <a:spLocks noGrp="1"/>
          </p:cNvSpPr>
          <p:nvPr>
            <p:ph type="sldNum" sz="quarter" idx="4"/>
          </p:nvPr>
        </p:nvSpPr>
        <p:spPr/>
        <p:txBody>
          <a:bodyPr/>
          <a:lstStyle/>
          <a:p>
            <a:fld id="{0262F45B-057E-45F1-BF75-BEAC56186E37}" type="slidenum">
              <a:rPr lang="en-US" smtClean="0"/>
              <a:pPr/>
              <a:t>19</a:t>
            </a:fld>
            <a:endParaRPr lang="en-US" dirty="0"/>
          </a:p>
        </p:txBody>
      </p:sp>
    </p:spTree>
    <p:extLst>
      <p:ext uri="{BB962C8B-B14F-4D97-AF65-F5344CB8AC3E}">
        <p14:creationId xmlns:p14="http://schemas.microsoft.com/office/powerpoint/2010/main" val="862172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F3E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5919E6D-F934-5B3B-AB53-9705AF360DD6}"/>
              </a:ext>
            </a:extLst>
          </p:cNvPr>
          <p:cNvSpPr/>
          <p:nvPr/>
        </p:nvSpPr>
        <p:spPr>
          <a:xfrm rot="16200000">
            <a:off x="4290636" y="3456140"/>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2BBE90E-E258-C136-BA84-9DED12505FF1}"/>
              </a:ext>
            </a:extLst>
          </p:cNvPr>
          <p:cNvSpPr/>
          <p:nvPr/>
        </p:nvSpPr>
        <p:spPr>
          <a:xfrm rot="16200000">
            <a:off x="6128436" y="3456140"/>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7125913" y="-654577"/>
            <a:ext cx="3058960" cy="5053914"/>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E587CBBA-03F0-C357-F83B-6C98907FEA53}"/>
              </a:ext>
            </a:extLst>
          </p:cNvPr>
          <p:cNvSpPr/>
          <p:nvPr/>
        </p:nvSpPr>
        <p:spPr>
          <a:xfrm rot="16200000">
            <a:off x="4290637" y="1628933"/>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31316F0-2BA0-1ACA-1C3E-C541B04125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5236" y="1901457"/>
            <a:ext cx="1190895" cy="1227878"/>
          </a:xfrm>
          <a:prstGeom prst="rect">
            <a:avLst/>
          </a:prstGeom>
        </p:spPr>
      </p:pic>
      <p:pic>
        <p:nvPicPr>
          <p:cNvPr id="52" name="Graphic 51">
            <a:extLst>
              <a:ext uri="{FF2B5EF4-FFF2-40B4-BE49-F238E27FC236}">
                <a16:creationId xmlns:a16="http://schemas.microsoft.com/office/drawing/2014/main" id="{66663CAC-CE52-9517-3F37-D50D5F6189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4139" y="3690883"/>
            <a:ext cx="1027861" cy="1356442"/>
          </a:xfrm>
          <a:prstGeom prst="rect">
            <a:avLst/>
          </a:prstGeom>
        </p:spPr>
      </p:pic>
      <p:pic>
        <p:nvPicPr>
          <p:cNvPr id="65" name="Graphic 64">
            <a:extLst>
              <a:ext uri="{FF2B5EF4-FFF2-40B4-BE49-F238E27FC236}">
                <a16:creationId xmlns:a16="http://schemas.microsoft.com/office/drawing/2014/main" id="{1B6AC957-3F20-A3E6-57E6-4DD3431D9A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9317" y="3679600"/>
            <a:ext cx="963601" cy="1314746"/>
          </a:xfrm>
          <a:prstGeom prst="rect">
            <a:avLst/>
          </a:prstGeom>
        </p:spPr>
      </p:pic>
      <p:pic>
        <p:nvPicPr>
          <p:cNvPr id="72" name="Graphic 71">
            <a:extLst>
              <a:ext uri="{FF2B5EF4-FFF2-40B4-BE49-F238E27FC236}">
                <a16:creationId xmlns:a16="http://schemas.microsoft.com/office/drawing/2014/main" id="{D0C167BC-E99F-8162-C9D8-91FCE48FF8E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09458" y="1956020"/>
            <a:ext cx="1098038" cy="1118755"/>
          </a:xfrm>
          <a:prstGeom prst="rect">
            <a:avLst/>
          </a:prstGeom>
        </p:spPr>
      </p:pic>
      <p:sp>
        <p:nvSpPr>
          <p:cNvPr id="2" name="TextBox 1">
            <a:extLst>
              <a:ext uri="{FF2B5EF4-FFF2-40B4-BE49-F238E27FC236}">
                <a16:creationId xmlns:a16="http://schemas.microsoft.com/office/drawing/2014/main" id="{611B96E6-E18A-1D78-275C-368321718C11}"/>
              </a:ext>
            </a:extLst>
          </p:cNvPr>
          <p:cNvSpPr txBox="1"/>
          <p:nvPr/>
        </p:nvSpPr>
        <p:spPr>
          <a:xfrm>
            <a:off x="7787065" y="1391192"/>
            <a:ext cx="3099160" cy="1600438"/>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4" name="TextBox 3">
            <a:extLst>
              <a:ext uri="{FF2B5EF4-FFF2-40B4-BE49-F238E27FC236}">
                <a16:creationId xmlns:a16="http://schemas.microsoft.com/office/drawing/2014/main" id="{A92E11B6-B901-DE90-C934-A1F35EDA2241}"/>
              </a:ext>
            </a:extLst>
          </p:cNvPr>
          <p:cNvSpPr txBox="1"/>
          <p:nvPr/>
        </p:nvSpPr>
        <p:spPr>
          <a:xfrm>
            <a:off x="6395236" y="696522"/>
            <a:ext cx="4490989"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sp>
        <p:nvSpPr>
          <p:cNvPr id="11" name="Slide Number Placeholder 10">
            <a:extLst>
              <a:ext uri="{FF2B5EF4-FFF2-40B4-BE49-F238E27FC236}">
                <a16:creationId xmlns:a16="http://schemas.microsoft.com/office/drawing/2014/main" id="{B514B6BC-8B48-E20A-4D97-C3609F3F561F}"/>
              </a:ext>
            </a:extLst>
          </p:cNvPr>
          <p:cNvSpPr>
            <a:spLocks noGrp="1"/>
          </p:cNvSpPr>
          <p:nvPr>
            <p:ph type="sldNum" sz="quarter" idx="4"/>
          </p:nvPr>
        </p:nvSpPr>
        <p:spPr/>
        <p:txBody>
          <a:bodyPr/>
          <a:lstStyle/>
          <a:p>
            <a:fld id="{0262F45B-057E-45F1-BF75-BEAC56186E37}" type="slidenum">
              <a:rPr lang="en-US" smtClean="0"/>
              <a:pPr/>
              <a:t>20</a:t>
            </a:fld>
            <a:endParaRPr lang="en-US" dirty="0"/>
          </a:p>
        </p:txBody>
      </p:sp>
    </p:spTree>
    <p:extLst>
      <p:ext uri="{BB962C8B-B14F-4D97-AF65-F5344CB8AC3E}">
        <p14:creationId xmlns:p14="http://schemas.microsoft.com/office/powerpoint/2010/main" val="2196189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2/3*#ppt_w"/>
                                          </p:val>
                                        </p:tav>
                                        <p:tav tm="100000">
                                          <p:val>
                                            <p:strVal val="#ppt_w"/>
                                          </p:val>
                                        </p:tav>
                                      </p:tavLst>
                                    </p:anim>
                                    <p:anim calcmode="lin" valueType="num">
                                      <p:cBhvr>
                                        <p:cTn id="8" dur="500" fill="hold"/>
                                        <p:tgtEl>
                                          <p:spTgt spid="4"/>
                                        </p:tgtEl>
                                        <p:attrNameLst>
                                          <p:attrName>ppt_h</p:attrName>
                                        </p:attrNameLst>
                                      </p:cBhvr>
                                      <p:tavLst>
                                        <p:tav tm="0">
                                          <p:val>
                                            <p:strVal val="2/3*#ppt_h"/>
                                          </p:val>
                                        </p:tav>
                                        <p:tav tm="100000">
                                          <p:val>
                                            <p:strVal val="#ppt_h"/>
                                          </p:val>
                                        </p:tav>
                                      </p:tavLst>
                                    </p:anim>
                                  </p:childTnLst>
                                </p:cTn>
                              </p:par>
                              <p:par>
                                <p:cTn id="9" presetID="23" presetClass="entr" presetSubtype="272" fill="hold" grpId="0" nodeType="withEffect">
                                  <p:stCondLst>
                                    <p:cond delay="15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strVal val="2/3*#ppt_w"/>
                                          </p:val>
                                        </p:tav>
                                        <p:tav tm="100000">
                                          <p:val>
                                            <p:strVal val="#ppt_w"/>
                                          </p:val>
                                        </p:tav>
                                      </p:tavLst>
                                    </p:anim>
                                    <p:anim calcmode="lin" valueType="num">
                                      <p:cBhvr>
                                        <p:cTn id="12" dur="5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2A08C"/>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5919E6D-F934-5B3B-AB53-9705AF360DD6}"/>
              </a:ext>
            </a:extLst>
          </p:cNvPr>
          <p:cNvSpPr/>
          <p:nvPr/>
        </p:nvSpPr>
        <p:spPr>
          <a:xfrm rot="16200000">
            <a:off x="4290636" y="3456140"/>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6128436" y="1628931"/>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587CBBA-03F0-C357-F83B-6C98907FEA53}"/>
              </a:ext>
            </a:extLst>
          </p:cNvPr>
          <p:cNvSpPr/>
          <p:nvPr/>
        </p:nvSpPr>
        <p:spPr>
          <a:xfrm rot="16200000">
            <a:off x="4290637" y="1628933"/>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31316F0-2BA0-1ACA-1C3E-C541B04125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5236" y="1901457"/>
            <a:ext cx="1190895" cy="1227878"/>
          </a:xfrm>
          <a:prstGeom prst="rect">
            <a:avLst/>
          </a:prstGeom>
        </p:spPr>
      </p:pic>
      <p:pic>
        <p:nvPicPr>
          <p:cNvPr id="65" name="Graphic 64">
            <a:extLst>
              <a:ext uri="{FF2B5EF4-FFF2-40B4-BE49-F238E27FC236}">
                <a16:creationId xmlns:a16="http://schemas.microsoft.com/office/drawing/2014/main" id="{1B6AC957-3F20-A3E6-57E6-4DD3431D9A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99317" y="3679600"/>
            <a:ext cx="963601" cy="1314746"/>
          </a:xfrm>
          <a:prstGeom prst="rect">
            <a:avLst/>
          </a:prstGeom>
        </p:spPr>
      </p:pic>
      <p:pic>
        <p:nvPicPr>
          <p:cNvPr id="72" name="Graphic 71">
            <a:extLst>
              <a:ext uri="{FF2B5EF4-FFF2-40B4-BE49-F238E27FC236}">
                <a16:creationId xmlns:a16="http://schemas.microsoft.com/office/drawing/2014/main" id="{D0C167BC-E99F-8162-C9D8-91FCE48FF8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09458" y="1956020"/>
            <a:ext cx="1098038" cy="1118755"/>
          </a:xfrm>
          <a:prstGeom prst="rect">
            <a:avLst/>
          </a:prstGeom>
        </p:spPr>
      </p:pic>
      <p:sp>
        <p:nvSpPr>
          <p:cNvPr id="4" name="Rectangle: Rounded Corners 3">
            <a:extLst>
              <a:ext uri="{FF2B5EF4-FFF2-40B4-BE49-F238E27FC236}">
                <a16:creationId xmlns:a16="http://schemas.microsoft.com/office/drawing/2014/main" id="{0419D71F-489C-0110-6724-C498957F05EC}"/>
              </a:ext>
            </a:extLst>
          </p:cNvPr>
          <p:cNvSpPr/>
          <p:nvPr/>
        </p:nvSpPr>
        <p:spPr>
          <a:xfrm rot="16200000">
            <a:off x="7110309" y="2474266"/>
            <a:ext cx="3058959" cy="5022706"/>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a:extLst>
              <a:ext uri="{FF2B5EF4-FFF2-40B4-BE49-F238E27FC236}">
                <a16:creationId xmlns:a16="http://schemas.microsoft.com/office/drawing/2014/main" id="{66663CAC-CE52-9517-3F37-D50D5F6189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84139" y="3690883"/>
            <a:ext cx="1027861" cy="1356442"/>
          </a:xfrm>
          <a:prstGeom prst="rect">
            <a:avLst/>
          </a:prstGeom>
        </p:spPr>
      </p:pic>
      <p:sp>
        <p:nvSpPr>
          <p:cNvPr id="11" name="TextBox 10">
            <a:extLst>
              <a:ext uri="{FF2B5EF4-FFF2-40B4-BE49-F238E27FC236}">
                <a16:creationId xmlns:a16="http://schemas.microsoft.com/office/drawing/2014/main" id="{8CEB5BA0-0ACB-EE68-CF4C-000AB4325CBD}"/>
              </a:ext>
            </a:extLst>
          </p:cNvPr>
          <p:cNvSpPr txBox="1"/>
          <p:nvPr/>
        </p:nvSpPr>
        <p:spPr>
          <a:xfrm>
            <a:off x="6590326" y="5169947"/>
            <a:ext cx="4197737"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2" name="TextBox 11">
            <a:extLst>
              <a:ext uri="{FF2B5EF4-FFF2-40B4-BE49-F238E27FC236}">
                <a16:creationId xmlns:a16="http://schemas.microsoft.com/office/drawing/2014/main" id="{1E140B96-7721-8B46-D915-6FD74BD899FC}"/>
              </a:ext>
            </a:extLst>
          </p:cNvPr>
          <p:cNvSpPr txBox="1"/>
          <p:nvPr/>
        </p:nvSpPr>
        <p:spPr>
          <a:xfrm>
            <a:off x="7305273" y="4526974"/>
            <a:ext cx="3482790"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sp>
        <p:nvSpPr>
          <p:cNvPr id="27" name="Slide Number Placeholder 26">
            <a:extLst>
              <a:ext uri="{FF2B5EF4-FFF2-40B4-BE49-F238E27FC236}">
                <a16:creationId xmlns:a16="http://schemas.microsoft.com/office/drawing/2014/main" id="{CEAFA2D3-7F5B-A166-FF87-6F6EFBD2FC3F}"/>
              </a:ext>
            </a:extLst>
          </p:cNvPr>
          <p:cNvSpPr>
            <a:spLocks noGrp="1"/>
          </p:cNvSpPr>
          <p:nvPr>
            <p:ph type="sldNum" sz="quarter" idx="4"/>
          </p:nvPr>
        </p:nvSpPr>
        <p:spPr/>
        <p:txBody>
          <a:bodyPr/>
          <a:lstStyle/>
          <a:p>
            <a:fld id="{0262F45B-057E-45F1-BF75-BEAC56186E37}" type="slidenum">
              <a:rPr lang="en-US" smtClean="0"/>
              <a:pPr/>
              <a:t>21</a:t>
            </a:fld>
            <a:endParaRPr lang="en-US" dirty="0"/>
          </a:p>
        </p:txBody>
      </p:sp>
    </p:spTree>
    <p:extLst>
      <p:ext uri="{BB962C8B-B14F-4D97-AF65-F5344CB8AC3E}">
        <p14:creationId xmlns:p14="http://schemas.microsoft.com/office/powerpoint/2010/main" val="590842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strVal val="2/3*#ppt_w"/>
                                          </p:val>
                                        </p:tav>
                                        <p:tav tm="100000">
                                          <p:val>
                                            <p:strVal val="#ppt_w"/>
                                          </p:val>
                                        </p:tav>
                                      </p:tavLst>
                                    </p:anim>
                                    <p:anim calcmode="lin" valueType="num">
                                      <p:cBhvr>
                                        <p:cTn id="8" dur="500" fill="hold"/>
                                        <p:tgtEl>
                                          <p:spTgt spid="12"/>
                                        </p:tgtEl>
                                        <p:attrNameLst>
                                          <p:attrName>ppt_h</p:attrName>
                                        </p:attrNameLst>
                                      </p:cBhvr>
                                      <p:tavLst>
                                        <p:tav tm="0">
                                          <p:val>
                                            <p:strVal val="2/3*#ppt_h"/>
                                          </p:val>
                                        </p:tav>
                                        <p:tav tm="100000">
                                          <p:val>
                                            <p:strVal val="#ppt_h"/>
                                          </p:val>
                                        </p:tav>
                                      </p:tavLst>
                                    </p:anim>
                                  </p:childTnLst>
                                </p:cTn>
                              </p:par>
                              <p:par>
                                <p:cTn id="9" presetID="23" presetClass="entr" presetSubtype="272" fill="hold" grpId="0" nodeType="withEffect">
                                  <p:stCondLst>
                                    <p:cond delay="15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strVal val="2/3*#ppt_w"/>
                                          </p:val>
                                        </p:tav>
                                        <p:tav tm="100000">
                                          <p:val>
                                            <p:strVal val="#ppt_w"/>
                                          </p:val>
                                        </p:tav>
                                      </p:tavLst>
                                    </p:anim>
                                    <p:anim calcmode="lin" valueType="num">
                                      <p:cBhvr>
                                        <p:cTn id="12" dur="500" fill="hold"/>
                                        <p:tgtEl>
                                          <p:spTgt spid="1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8F3E1"/>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B2BBE90E-E258-C136-BA84-9DED12505FF1}"/>
              </a:ext>
            </a:extLst>
          </p:cNvPr>
          <p:cNvSpPr/>
          <p:nvPr/>
        </p:nvSpPr>
        <p:spPr>
          <a:xfrm rot="16200000">
            <a:off x="6128436" y="3456140"/>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6128436" y="1628931"/>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587CBBA-03F0-C357-F83B-6C98907FEA53}"/>
              </a:ext>
            </a:extLst>
          </p:cNvPr>
          <p:cNvSpPr/>
          <p:nvPr/>
        </p:nvSpPr>
        <p:spPr>
          <a:xfrm rot="16200000">
            <a:off x="4290637" y="1628933"/>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31316F0-2BA0-1ACA-1C3E-C541B04125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5236" y="1901457"/>
            <a:ext cx="1190895" cy="1227878"/>
          </a:xfrm>
          <a:prstGeom prst="rect">
            <a:avLst/>
          </a:prstGeom>
        </p:spPr>
      </p:pic>
      <p:pic>
        <p:nvPicPr>
          <p:cNvPr id="52" name="Graphic 51">
            <a:extLst>
              <a:ext uri="{FF2B5EF4-FFF2-40B4-BE49-F238E27FC236}">
                <a16:creationId xmlns:a16="http://schemas.microsoft.com/office/drawing/2014/main" id="{66663CAC-CE52-9517-3F37-D50D5F6189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4139" y="3690883"/>
            <a:ext cx="1027861" cy="1356442"/>
          </a:xfrm>
          <a:prstGeom prst="rect">
            <a:avLst/>
          </a:prstGeom>
        </p:spPr>
      </p:pic>
      <p:pic>
        <p:nvPicPr>
          <p:cNvPr id="72" name="Graphic 71">
            <a:extLst>
              <a:ext uri="{FF2B5EF4-FFF2-40B4-BE49-F238E27FC236}">
                <a16:creationId xmlns:a16="http://schemas.microsoft.com/office/drawing/2014/main" id="{D0C167BC-E99F-8162-C9D8-91FCE48FF8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09458" y="1956020"/>
            <a:ext cx="1098038" cy="1118755"/>
          </a:xfrm>
          <a:prstGeom prst="rect">
            <a:avLst/>
          </a:prstGeom>
        </p:spPr>
      </p:pic>
      <p:sp>
        <p:nvSpPr>
          <p:cNvPr id="4" name="Rectangle: Rounded Corners 3">
            <a:extLst>
              <a:ext uri="{FF2B5EF4-FFF2-40B4-BE49-F238E27FC236}">
                <a16:creationId xmlns:a16="http://schemas.microsoft.com/office/drawing/2014/main" id="{14A3B55B-AD43-949D-5CB7-4BA916AF9BEC}"/>
              </a:ext>
            </a:extLst>
          </p:cNvPr>
          <p:cNvSpPr/>
          <p:nvPr/>
        </p:nvSpPr>
        <p:spPr>
          <a:xfrm rot="16200000">
            <a:off x="2022733" y="2474266"/>
            <a:ext cx="3058960" cy="5022705"/>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Graphic 64">
            <a:extLst>
              <a:ext uri="{FF2B5EF4-FFF2-40B4-BE49-F238E27FC236}">
                <a16:creationId xmlns:a16="http://schemas.microsoft.com/office/drawing/2014/main" id="{1B6AC957-3F20-A3E6-57E6-4DD3431D9AB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99317" y="3679600"/>
            <a:ext cx="963601" cy="1314746"/>
          </a:xfrm>
          <a:prstGeom prst="rect">
            <a:avLst/>
          </a:prstGeom>
        </p:spPr>
      </p:pic>
      <p:sp>
        <p:nvSpPr>
          <p:cNvPr id="5" name="TextBox 4">
            <a:extLst>
              <a:ext uri="{FF2B5EF4-FFF2-40B4-BE49-F238E27FC236}">
                <a16:creationId xmlns:a16="http://schemas.microsoft.com/office/drawing/2014/main" id="{D8E63517-B610-1C7A-1226-7ECBFAE47188}"/>
              </a:ext>
            </a:extLst>
          </p:cNvPr>
          <p:cNvSpPr txBox="1"/>
          <p:nvPr/>
        </p:nvSpPr>
        <p:spPr>
          <a:xfrm>
            <a:off x="1269613" y="5169947"/>
            <a:ext cx="4197737" cy="1169551"/>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B3686733-49CE-8A51-99F6-033F91A1ED27}"/>
              </a:ext>
            </a:extLst>
          </p:cNvPr>
          <p:cNvSpPr txBox="1"/>
          <p:nvPr/>
        </p:nvSpPr>
        <p:spPr>
          <a:xfrm>
            <a:off x="1269613" y="4526974"/>
            <a:ext cx="3339845" cy="584775"/>
          </a:xfrm>
          <a:prstGeom prst="rect">
            <a:avLst/>
          </a:prstGeom>
          <a:noFill/>
        </p:spPr>
        <p:txBody>
          <a:bodyPr wrap="square" rtlCol="0">
            <a:spAutoFit/>
          </a:bodyPr>
          <a:lstStyle/>
          <a:p>
            <a:pP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sp>
        <p:nvSpPr>
          <p:cNvPr id="13" name="Slide Number Placeholder 12">
            <a:extLst>
              <a:ext uri="{FF2B5EF4-FFF2-40B4-BE49-F238E27FC236}">
                <a16:creationId xmlns:a16="http://schemas.microsoft.com/office/drawing/2014/main" id="{CC92A5D2-9FB2-A3F3-330A-3C1CB136A70A}"/>
              </a:ext>
            </a:extLst>
          </p:cNvPr>
          <p:cNvSpPr>
            <a:spLocks noGrp="1"/>
          </p:cNvSpPr>
          <p:nvPr>
            <p:ph type="sldNum" sz="quarter" idx="4"/>
          </p:nvPr>
        </p:nvSpPr>
        <p:spPr/>
        <p:txBody>
          <a:bodyPr/>
          <a:lstStyle/>
          <a:p>
            <a:fld id="{0262F45B-057E-45F1-BF75-BEAC56186E37}" type="slidenum">
              <a:rPr lang="en-US" smtClean="0"/>
              <a:pPr/>
              <a:t>22</a:t>
            </a:fld>
            <a:endParaRPr lang="en-US" dirty="0"/>
          </a:p>
        </p:txBody>
      </p:sp>
    </p:spTree>
    <p:extLst>
      <p:ext uri="{BB962C8B-B14F-4D97-AF65-F5344CB8AC3E}">
        <p14:creationId xmlns:p14="http://schemas.microsoft.com/office/powerpoint/2010/main" val="305270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2/3*#ppt_w"/>
                                          </p:val>
                                        </p:tav>
                                        <p:tav tm="100000">
                                          <p:val>
                                            <p:strVal val="#ppt_w"/>
                                          </p:val>
                                        </p:tav>
                                      </p:tavLst>
                                    </p:anim>
                                    <p:anim calcmode="lin" valueType="num">
                                      <p:cBhvr>
                                        <p:cTn id="8" dur="500" fill="hold"/>
                                        <p:tgtEl>
                                          <p:spTgt spid="10"/>
                                        </p:tgtEl>
                                        <p:attrNameLst>
                                          <p:attrName>ppt_h</p:attrName>
                                        </p:attrNameLst>
                                      </p:cBhvr>
                                      <p:tavLst>
                                        <p:tav tm="0">
                                          <p:val>
                                            <p:strVal val="2/3*#ppt_h"/>
                                          </p:val>
                                        </p:tav>
                                        <p:tav tm="100000">
                                          <p:val>
                                            <p:strVal val="#ppt_h"/>
                                          </p:val>
                                        </p:tav>
                                      </p:tavLst>
                                    </p:anim>
                                  </p:childTnLst>
                                </p:cTn>
                              </p:par>
                              <p:par>
                                <p:cTn id="9" presetID="23" presetClass="entr" presetSubtype="272"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strVal val="2/3*#ppt_w"/>
                                          </p:val>
                                        </p:tav>
                                        <p:tav tm="100000">
                                          <p:val>
                                            <p:strVal val="#ppt_w"/>
                                          </p:val>
                                        </p:tav>
                                      </p:tavLst>
                                    </p:anim>
                                    <p:anim calcmode="lin" valueType="num">
                                      <p:cBhvr>
                                        <p:cTn id="12" dur="500" fill="hold"/>
                                        <p:tgtEl>
                                          <p:spTgt spid="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92A08C"/>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5919E6D-F934-5B3B-AB53-9705AF360DD6}"/>
              </a:ext>
            </a:extLst>
          </p:cNvPr>
          <p:cNvSpPr/>
          <p:nvPr/>
        </p:nvSpPr>
        <p:spPr>
          <a:xfrm rot="16200000">
            <a:off x="4290636" y="3456140"/>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2BBE90E-E258-C136-BA84-9DED12505FF1}"/>
              </a:ext>
            </a:extLst>
          </p:cNvPr>
          <p:cNvSpPr/>
          <p:nvPr/>
        </p:nvSpPr>
        <p:spPr>
          <a:xfrm rot="16200000">
            <a:off x="6128436" y="3456140"/>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6128436" y="1628931"/>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31316F0-2BA0-1ACA-1C3E-C541B04125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5236" y="1901457"/>
            <a:ext cx="1190895" cy="1227878"/>
          </a:xfrm>
          <a:prstGeom prst="rect">
            <a:avLst/>
          </a:prstGeom>
        </p:spPr>
      </p:pic>
      <p:pic>
        <p:nvPicPr>
          <p:cNvPr id="52" name="Graphic 51">
            <a:extLst>
              <a:ext uri="{FF2B5EF4-FFF2-40B4-BE49-F238E27FC236}">
                <a16:creationId xmlns:a16="http://schemas.microsoft.com/office/drawing/2014/main" id="{66663CAC-CE52-9517-3F37-D50D5F6189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4139" y="3690883"/>
            <a:ext cx="1027861" cy="1356442"/>
          </a:xfrm>
          <a:prstGeom prst="rect">
            <a:avLst/>
          </a:prstGeom>
        </p:spPr>
      </p:pic>
      <p:pic>
        <p:nvPicPr>
          <p:cNvPr id="65" name="Graphic 64">
            <a:extLst>
              <a:ext uri="{FF2B5EF4-FFF2-40B4-BE49-F238E27FC236}">
                <a16:creationId xmlns:a16="http://schemas.microsoft.com/office/drawing/2014/main" id="{1B6AC957-3F20-A3E6-57E6-4DD3431D9A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9317" y="3679600"/>
            <a:ext cx="963601" cy="1314746"/>
          </a:xfrm>
          <a:prstGeom prst="rect">
            <a:avLst/>
          </a:prstGeom>
        </p:spPr>
      </p:pic>
      <p:sp>
        <p:nvSpPr>
          <p:cNvPr id="4" name="Rectangle: Rounded Corners 3">
            <a:extLst>
              <a:ext uri="{FF2B5EF4-FFF2-40B4-BE49-F238E27FC236}">
                <a16:creationId xmlns:a16="http://schemas.microsoft.com/office/drawing/2014/main" id="{FFBB5E24-A417-A266-0674-3423C1120622}"/>
              </a:ext>
            </a:extLst>
          </p:cNvPr>
          <p:cNvSpPr/>
          <p:nvPr/>
        </p:nvSpPr>
        <p:spPr>
          <a:xfrm rot="16200000">
            <a:off x="2007127" y="-654578"/>
            <a:ext cx="3058963" cy="5053916"/>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2" name="Graphic 71">
            <a:extLst>
              <a:ext uri="{FF2B5EF4-FFF2-40B4-BE49-F238E27FC236}">
                <a16:creationId xmlns:a16="http://schemas.microsoft.com/office/drawing/2014/main" id="{D0C167BC-E99F-8162-C9D8-91FCE48FF8E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09458" y="1956020"/>
            <a:ext cx="1098038" cy="1118755"/>
          </a:xfrm>
          <a:prstGeom prst="rect">
            <a:avLst/>
          </a:prstGeom>
        </p:spPr>
      </p:pic>
      <p:sp>
        <p:nvSpPr>
          <p:cNvPr id="5" name="TextBox 4">
            <a:extLst>
              <a:ext uri="{FF2B5EF4-FFF2-40B4-BE49-F238E27FC236}">
                <a16:creationId xmlns:a16="http://schemas.microsoft.com/office/drawing/2014/main" id="{EB4D8432-E8CD-CC2C-9E48-1BD2E6656E32}"/>
              </a:ext>
            </a:extLst>
          </p:cNvPr>
          <p:cNvSpPr txBox="1"/>
          <p:nvPr/>
        </p:nvSpPr>
        <p:spPr>
          <a:xfrm>
            <a:off x="1376898" y="1391192"/>
            <a:ext cx="3099160" cy="1600438"/>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41F66EF3-094E-8A54-2893-CAF08CE6D8FB}"/>
              </a:ext>
            </a:extLst>
          </p:cNvPr>
          <p:cNvSpPr txBox="1"/>
          <p:nvPr/>
        </p:nvSpPr>
        <p:spPr>
          <a:xfrm>
            <a:off x="1009650" y="696522"/>
            <a:ext cx="3689667"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sp>
        <p:nvSpPr>
          <p:cNvPr id="11" name="TextBox 10">
            <a:extLst>
              <a:ext uri="{FF2B5EF4-FFF2-40B4-BE49-F238E27FC236}">
                <a16:creationId xmlns:a16="http://schemas.microsoft.com/office/drawing/2014/main" id="{5C5B92A4-F01D-C2DD-835C-3F4F677119C7}"/>
              </a:ext>
            </a:extLst>
          </p:cNvPr>
          <p:cNvSpPr txBox="1"/>
          <p:nvPr/>
        </p:nvSpPr>
        <p:spPr>
          <a:xfrm>
            <a:off x="-4077888" y="2332753"/>
            <a:ext cx="3099160" cy="2246769"/>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p>
          <a:p>
            <a:pPr algn="just" rtl="1"/>
            <a:endParaRPr lang="fa-IR" sz="1400" dirty="0">
              <a:latin typeface="IRAN(FaNum)" panose="020B0606030804020204" pitchFamily="34" charset="-78"/>
              <a:cs typeface="IRAN(FaNum)" panose="020B0606030804020204" pitchFamily="34" charset="-78"/>
            </a:endParaRPr>
          </a:p>
          <a:p>
            <a:pPr algn="just" rtl="1"/>
            <a:r>
              <a:rPr lang="fa-IR" sz="1400" dirty="0">
                <a:latin typeface="IRAN(FaNum)" panose="020B0606030804020204" pitchFamily="34" charset="-78"/>
                <a:cs typeface="IRAN(FaNum)" panose="020B0606030804020204" pitchFamily="34" charset="-78"/>
              </a:rPr>
              <a:t> جوابگوی سوالات طراحی لورم ایپسوم متن ساختگی با تولید سادگی نامفهوم از صنعت در ارائه راهکارها، و به پایان رسد اساسا مورد استفاده زمان مورد نیاز قرار گیرد.</a:t>
            </a:r>
          </a:p>
        </p:txBody>
      </p:sp>
      <p:sp>
        <p:nvSpPr>
          <p:cNvPr id="12" name="TextBox 11">
            <a:extLst>
              <a:ext uri="{FF2B5EF4-FFF2-40B4-BE49-F238E27FC236}">
                <a16:creationId xmlns:a16="http://schemas.microsoft.com/office/drawing/2014/main" id="{FCC48632-6088-934F-8EB5-D3FFDBC0F4BB}"/>
              </a:ext>
            </a:extLst>
          </p:cNvPr>
          <p:cNvSpPr txBox="1"/>
          <p:nvPr/>
        </p:nvSpPr>
        <p:spPr>
          <a:xfrm>
            <a:off x="13139482" y="2332753"/>
            <a:ext cx="3099160" cy="2246769"/>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p>
          <a:p>
            <a:pPr algn="just" rtl="1"/>
            <a:endParaRPr lang="fa-IR" sz="1400" dirty="0">
              <a:latin typeface="IRAN(FaNum)" panose="020B0606030804020204" pitchFamily="34" charset="-78"/>
              <a:cs typeface="IRAN(FaNum)" panose="020B0606030804020204" pitchFamily="34" charset="-78"/>
            </a:endParaRPr>
          </a:p>
          <a:p>
            <a:pPr algn="just" rtl="1"/>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لورم ایپسوم متن ساختگی با تولید سادگی نامفهوم از صنعت در ارائه راهکارها، و به پایان رسد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28" name="Slide Number Placeholder 27">
            <a:extLst>
              <a:ext uri="{FF2B5EF4-FFF2-40B4-BE49-F238E27FC236}">
                <a16:creationId xmlns:a16="http://schemas.microsoft.com/office/drawing/2014/main" id="{9D1E7349-F319-72AE-44E2-394B9E289B26}"/>
              </a:ext>
            </a:extLst>
          </p:cNvPr>
          <p:cNvSpPr>
            <a:spLocks noGrp="1"/>
          </p:cNvSpPr>
          <p:nvPr>
            <p:ph type="sldNum" sz="quarter" idx="4"/>
          </p:nvPr>
        </p:nvSpPr>
        <p:spPr/>
        <p:txBody>
          <a:bodyPr/>
          <a:lstStyle/>
          <a:p>
            <a:fld id="{0262F45B-057E-45F1-BF75-BEAC56186E37}" type="slidenum">
              <a:rPr lang="en-US" smtClean="0"/>
              <a:pPr/>
              <a:t>23</a:t>
            </a:fld>
            <a:endParaRPr lang="en-US" dirty="0"/>
          </a:p>
        </p:txBody>
      </p:sp>
    </p:spTree>
    <p:extLst>
      <p:ext uri="{BB962C8B-B14F-4D97-AF65-F5344CB8AC3E}">
        <p14:creationId xmlns:p14="http://schemas.microsoft.com/office/powerpoint/2010/main" val="3608553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2/3*#ppt_w"/>
                                          </p:val>
                                        </p:tav>
                                        <p:tav tm="100000">
                                          <p:val>
                                            <p:strVal val="#ppt_w"/>
                                          </p:val>
                                        </p:tav>
                                      </p:tavLst>
                                    </p:anim>
                                    <p:anim calcmode="lin" valueType="num">
                                      <p:cBhvr>
                                        <p:cTn id="8" dur="500" fill="hold"/>
                                        <p:tgtEl>
                                          <p:spTgt spid="10"/>
                                        </p:tgtEl>
                                        <p:attrNameLst>
                                          <p:attrName>ppt_h</p:attrName>
                                        </p:attrNameLst>
                                      </p:cBhvr>
                                      <p:tavLst>
                                        <p:tav tm="0">
                                          <p:val>
                                            <p:strVal val="2/3*#ppt_h"/>
                                          </p:val>
                                        </p:tav>
                                        <p:tav tm="100000">
                                          <p:val>
                                            <p:strVal val="#ppt_h"/>
                                          </p:val>
                                        </p:tav>
                                      </p:tavLst>
                                    </p:anim>
                                  </p:childTnLst>
                                </p:cTn>
                              </p:par>
                              <p:par>
                                <p:cTn id="9" presetID="23" presetClass="entr" presetSubtype="272"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strVal val="2/3*#ppt_w"/>
                                          </p:val>
                                        </p:tav>
                                        <p:tav tm="100000">
                                          <p:val>
                                            <p:strVal val="#ppt_w"/>
                                          </p:val>
                                        </p:tav>
                                      </p:tavLst>
                                    </p:anim>
                                    <p:anim calcmode="lin" valueType="num">
                                      <p:cBhvr>
                                        <p:cTn id="12" dur="500" fill="hold"/>
                                        <p:tgtEl>
                                          <p:spTgt spid="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5919E6D-F934-5B3B-AB53-9705AF360DD6}"/>
              </a:ext>
            </a:extLst>
          </p:cNvPr>
          <p:cNvSpPr/>
          <p:nvPr/>
        </p:nvSpPr>
        <p:spPr>
          <a:xfrm rot="5400000">
            <a:off x="6128436" y="1628931"/>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2BBE90E-E258-C136-BA84-9DED12505FF1}"/>
              </a:ext>
            </a:extLst>
          </p:cNvPr>
          <p:cNvSpPr/>
          <p:nvPr/>
        </p:nvSpPr>
        <p:spPr>
          <a:xfrm rot="5400000">
            <a:off x="4290636" y="1628931"/>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0714072-0E81-2BDF-01E2-0C207BF08529}"/>
              </a:ext>
            </a:extLst>
          </p:cNvPr>
          <p:cNvSpPr/>
          <p:nvPr/>
        </p:nvSpPr>
        <p:spPr>
          <a:xfrm rot="5400000">
            <a:off x="4290636" y="3456140"/>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587CBBA-03F0-C357-F83B-6C98907FEA53}"/>
              </a:ext>
            </a:extLst>
          </p:cNvPr>
          <p:cNvSpPr/>
          <p:nvPr/>
        </p:nvSpPr>
        <p:spPr>
          <a:xfrm rot="5400000">
            <a:off x="6128435" y="3456138"/>
            <a:ext cx="1772929" cy="1772929"/>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Graphic 56">
            <a:extLst>
              <a:ext uri="{FF2B5EF4-FFF2-40B4-BE49-F238E27FC236}">
                <a16:creationId xmlns:a16="http://schemas.microsoft.com/office/drawing/2014/main" id="{F9B81C02-81B9-BDA0-E384-B637362A5D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5236" y="1901457"/>
            <a:ext cx="1190895" cy="1227878"/>
          </a:xfrm>
          <a:prstGeom prst="rect">
            <a:avLst/>
          </a:prstGeom>
        </p:spPr>
      </p:pic>
      <p:pic>
        <p:nvPicPr>
          <p:cNvPr id="58" name="Graphic 57">
            <a:extLst>
              <a:ext uri="{FF2B5EF4-FFF2-40B4-BE49-F238E27FC236}">
                <a16:creationId xmlns:a16="http://schemas.microsoft.com/office/drawing/2014/main" id="{9FAD538E-50A6-A44D-AC80-D8A9B47939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4139" y="3690883"/>
            <a:ext cx="1027861" cy="1356442"/>
          </a:xfrm>
          <a:prstGeom prst="rect">
            <a:avLst/>
          </a:prstGeom>
        </p:spPr>
      </p:pic>
      <p:pic>
        <p:nvPicPr>
          <p:cNvPr id="59" name="Graphic 58">
            <a:extLst>
              <a:ext uri="{FF2B5EF4-FFF2-40B4-BE49-F238E27FC236}">
                <a16:creationId xmlns:a16="http://schemas.microsoft.com/office/drawing/2014/main" id="{0199FDAF-B5C0-0CD3-36B8-8ADCFC1EC6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9317" y="3679600"/>
            <a:ext cx="963601" cy="1314746"/>
          </a:xfrm>
          <a:prstGeom prst="rect">
            <a:avLst/>
          </a:prstGeom>
        </p:spPr>
      </p:pic>
      <p:pic>
        <p:nvPicPr>
          <p:cNvPr id="60" name="Graphic 59">
            <a:extLst>
              <a:ext uri="{FF2B5EF4-FFF2-40B4-BE49-F238E27FC236}">
                <a16:creationId xmlns:a16="http://schemas.microsoft.com/office/drawing/2014/main" id="{7C95FAB5-5753-20B8-9B22-49472FDBDC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09458" y="1956020"/>
            <a:ext cx="1098038" cy="1118755"/>
          </a:xfrm>
          <a:prstGeom prst="rect">
            <a:avLst/>
          </a:prstGeom>
        </p:spPr>
      </p:pic>
      <p:sp>
        <p:nvSpPr>
          <p:cNvPr id="2" name="TextBox 1">
            <a:extLst>
              <a:ext uri="{FF2B5EF4-FFF2-40B4-BE49-F238E27FC236}">
                <a16:creationId xmlns:a16="http://schemas.microsoft.com/office/drawing/2014/main" id="{35ADE47C-D8B5-639A-17E6-C999388618D8}"/>
              </a:ext>
            </a:extLst>
          </p:cNvPr>
          <p:cNvSpPr txBox="1"/>
          <p:nvPr/>
        </p:nvSpPr>
        <p:spPr>
          <a:xfrm>
            <a:off x="790829" y="2332753"/>
            <a:ext cx="3099160" cy="2246769"/>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p>
          <a:p>
            <a:pPr algn="just" rtl="1"/>
            <a:endParaRPr lang="fa-IR" sz="1400" dirty="0">
              <a:latin typeface="IRAN(FaNum)" panose="020B0606030804020204" pitchFamily="34" charset="-78"/>
              <a:cs typeface="IRAN(FaNum)" panose="020B0606030804020204" pitchFamily="34" charset="-78"/>
            </a:endParaRPr>
          </a:p>
          <a:p>
            <a:pPr algn="just" rtl="1"/>
            <a:r>
              <a:rPr lang="fa-IR" sz="1400" dirty="0">
                <a:latin typeface="IRAN(FaNum)" panose="020B0606030804020204" pitchFamily="34" charset="-78"/>
                <a:cs typeface="IRAN(FaNum)" panose="020B0606030804020204" pitchFamily="34" charset="-78"/>
              </a:rPr>
              <a:t> جوابگوی سوالات طراحی لورم ایپسوم متن ساختگی با تولید سادگی نامفهوم از صنعت در ارائه راهکارها، و به پایان رسد اساسا مورد استفاده زمان مورد نیاز قرار گیرد.</a:t>
            </a:r>
          </a:p>
        </p:txBody>
      </p:sp>
      <p:sp>
        <p:nvSpPr>
          <p:cNvPr id="3" name="TextBox 2">
            <a:extLst>
              <a:ext uri="{FF2B5EF4-FFF2-40B4-BE49-F238E27FC236}">
                <a16:creationId xmlns:a16="http://schemas.microsoft.com/office/drawing/2014/main" id="{2B20C183-5B2E-6B58-A1DC-43E8963E3FE1}"/>
              </a:ext>
            </a:extLst>
          </p:cNvPr>
          <p:cNvSpPr txBox="1"/>
          <p:nvPr/>
        </p:nvSpPr>
        <p:spPr>
          <a:xfrm>
            <a:off x="8302011" y="2332753"/>
            <a:ext cx="3099160" cy="2246769"/>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p>
          <a:p>
            <a:pPr algn="just" rtl="1"/>
            <a:endParaRPr lang="fa-IR" sz="1400" dirty="0">
              <a:latin typeface="IRAN(FaNum)" panose="020B0606030804020204" pitchFamily="34" charset="-78"/>
              <a:cs typeface="IRAN(FaNum)" panose="020B0606030804020204" pitchFamily="34" charset="-78"/>
            </a:endParaRPr>
          </a:p>
          <a:p>
            <a:pPr algn="just" rtl="1"/>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لورم ایپسوم متن ساختگی با تولید سادگی نامفهوم از صنعت در ارائه راهکارها، و به پایان رسد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1" name="Slide Number Placeholder 10">
            <a:extLst>
              <a:ext uri="{FF2B5EF4-FFF2-40B4-BE49-F238E27FC236}">
                <a16:creationId xmlns:a16="http://schemas.microsoft.com/office/drawing/2014/main" id="{2F6D2E86-90AF-04C7-5983-224115FE1A51}"/>
              </a:ext>
            </a:extLst>
          </p:cNvPr>
          <p:cNvSpPr>
            <a:spLocks noGrp="1"/>
          </p:cNvSpPr>
          <p:nvPr>
            <p:ph type="sldNum" sz="quarter" idx="4"/>
          </p:nvPr>
        </p:nvSpPr>
        <p:spPr/>
        <p:txBody>
          <a:bodyPr/>
          <a:lstStyle/>
          <a:p>
            <a:fld id="{0262F45B-057E-45F1-BF75-BEAC56186E37}" type="slidenum">
              <a:rPr lang="en-US" smtClean="0"/>
              <a:pPr/>
              <a:t>24</a:t>
            </a:fld>
            <a:endParaRPr lang="en-US" dirty="0"/>
          </a:p>
        </p:txBody>
      </p:sp>
    </p:spTree>
    <p:extLst>
      <p:ext uri="{BB962C8B-B14F-4D97-AF65-F5344CB8AC3E}">
        <p14:creationId xmlns:p14="http://schemas.microsoft.com/office/powerpoint/2010/main" val="809638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01D80121-7354-F003-0F11-BE210CCA75CE}"/>
              </a:ext>
            </a:extLst>
          </p:cNvPr>
          <p:cNvPicPr>
            <a:picLocks noGrp="1" noChangeAspect="1"/>
          </p:cNvPicPr>
          <p:nvPr>
            <p:ph type="pic" sz="quarter" idx="14"/>
          </p:nvPr>
        </p:nvPicPr>
        <p:blipFill>
          <a:blip r:embed="rId2" cstate="print">
            <a:extLst>
              <a:ext uri="{28A0092B-C50C-407E-A947-70E740481C1C}">
                <a14:useLocalDpi xmlns:a14="http://schemas.microsoft.com/office/drawing/2010/main"/>
              </a:ext>
            </a:extLst>
          </a:blip>
          <a:srcRect/>
          <a:stretch>
            <a:fillRect/>
          </a:stretch>
        </p:blipFill>
        <p:spPr/>
      </p:pic>
      <p:pic>
        <p:nvPicPr>
          <p:cNvPr id="15" name="Picture Placeholder 14">
            <a:extLst>
              <a:ext uri="{FF2B5EF4-FFF2-40B4-BE49-F238E27FC236}">
                <a16:creationId xmlns:a16="http://schemas.microsoft.com/office/drawing/2014/main" id="{0FFC3DEC-3887-D22C-8591-4F5FA69BED97}"/>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p:blipFill>
        <p:spPr/>
      </p:pic>
      <p:sp>
        <p:nvSpPr>
          <p:cNvPr id="9" name="Rectangle: Rounded Corners 8">
            <a:extLst>
              <a:ext uri="{FF2B5EF4-FFF2-40B4-BE49-F238E27FC236}">
                <a16:creationId xmlns:a16="http://schemas.microsoft.com/office/drawing/2014/main" id="{5F8D6F71-D4C7-CDD9-B7AC-7D1B92F4EA7B}"/>
              </a:ext>
            </a:extLst>
          </p:cNvPr>
          <p:cNvSpPr/>
          <p:nvPr/>
        </p:nvSpPr>
        <p:spPr>
          <a:xfrm rot="5400000">
            <a:off x="5772835" y="425705"/>
            <a:ext cx="646331" cy="8801098"/>
          </a:xfrm>
          <a:prstGeom prst="roundRect">
            <a:avLst>
              <a:gd name="adj" fmla="val 17061"/>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5D66077-8489-160E-DDA0-8E0CB75EA649}"/>
              </a:ext>
            </a:extLst>
          </p:cNvPr>
          <p:cNvSpPr txBox="1"/>
          <p:nvPr/>
        </p:nvSpPr>
        <p:spPr>
          <a:xfrm>
            <a:off x="7417878" y="463489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18" name="TextBox 17">
            <a:extLst>
              <a:ext uri="{FF2B5EF4-FFF2-40B4-BE49-F238E27FC236}">
                <a16:creationId xmlns:a16="http://schemas.microsoft.com/office/drawing/2014/main" id="{9612A833-F4AD-16F3-3940-F2C8EEB607F4}"/>
              </a:ext>
            </a:extLst>
          </p:cNvPr>
          <p:cNvSpPr txBox="1"/>
          <p:nvPr/>
        </p:nvSpPr>
        <p:spPr>
          <a:xfrm>
            <a:off x="6817582" y="5286726"/>
            <a:ext cx="3507518"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استفاده قرار گیرد.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22" name="TextBox 21">
            <a:extLst>
              <a:ext uri="{FF2B5EF4-FFF2-40B4-BE49-F238E27FC236}">
                <a16:creationId xmlns:a16="http://schemas.microsoft.com/office/drawing/2014/main" id="{1B898177-8CC3-E5C3-4650-C2C80FD34426}"/>
              </a:ext>
            </a:extLst>
          </p:cNvPr>
          <p:cNvSpPr txBox="1"/>
          <p:nvPr/>
        </p:nvSpPr>
        <p:spPr>
          <a:xfrm>
            <a:off x="2560128" y="4634897"/>
            <a:ext cx="2306924" cy="400110"/>
          </a:xfrm>
          <a:prstGeom prst="rect">
            <a:avLst/>
          </a:prstGeom>
          <a:noFill/>
        </p:spPr>
        <p:txBody>
          <a:bodyPr wrap="square" rtlCol="0">
            <a:spAutoFit/>
          </a:bodyPr>
          <a:lstStyle/>
          <a:p>
            <a:pPr algn="ctr" rtl="1"/>
            <a:r>
              <a:rPr lang="fa-IR" sz="2000" dirty="0">
                <a:cs typeface="B Titr" panose="00000700000000000000" pitchFamily="2" charset="-78"/>
              </a:rPr>
              <a:t>عنوان را اینجا بنویسید</a:t>
            </a:r>
            <a:endParaRPr lang="en-US" sz="2000" dirty="0">
              <a:cs typeface="B Titr" panose="00000700000000000000" pitchFamily="2" charset="-78"/>
            </a:endParaRPr>
          </a:p>
        </p:txBody>
      </p:sp>
      <p:sp>
        <p:nvSpPr>
          <p:cNvPr id="23" name="TextBox 22">
            <a:extLst>
              <a:ext uri="{FF2B5EF4-FFF2-40B4-BE49-F238E27FC236}">
                <a16:creationId xmlns:a16="http://schemas.microsoft.com/office/drawing/2014/main" id="{40ACB804-A245-5D7D-7DD8-8B6C2C745B7B}"/>
              </a:ext>
            </a:extLst>
          </p:cNvPr>
          <p:cNvSpPr txBox="1"/>
          <p:nvPr/>
        </p:nvSpPr>
        <p:spPr>
          <a:xfrm>
            <a:off x="1959832" y="5286726"/>
            <a:ext cx="3507518" cy="646331"/>
          </a:xfrm>
          <a:prstGeom prst="rect">
            <a:avLst/>
          </a:prstGeom>
          <a:noFill/>
        </p:spPr>
        <p:txBody>
          <a:bodyPr wrap="square" rtlCol="0">
            <a:spAutoFit/>
          </a:bodyPr>
          <a:lstStyle/>
          <a:p>
            <a:pPr algn="just" rtl="1"/>
            <a:r>
              <a:rPr lang="fa-IR" sz="12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استفاده قرار گیرد. با تولید سادگی از مورد استفاده قرار گیرد.</a:t>
            </a:r>
            <a:endParaRPr lang="en-US" sz="1200" dirty="0">
              <a:latin typeface="IRAN(FaNum)" panose="020B0606030804020204" pitchFamily="34" charset="-78"/>
              <a:cs typeface="IRAN(FaNum)" panose="020B0606030804020204" pitchFamily="34" charset="-78"/>
            </a:endParaRPr>
          </a:p>
        </p:txBody>
      </p:sp>
      <p:sp>
        <p:nvSpPr>
          <p:cNvPr id="32" name="TextBox 31">
            <a:extLst>
              <a:ext uri="{FF2B5EF4-FFF2-40B4-BE49-F238E27FC236}">
                <a16:creationId xmlns:a16="http://schemas.microsoft.com/office/drawing/2014/main" id="{D63E4389-FB8F-1968-C106-FBBF3C66D3E3}"/>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33" name="TextBox 32">
            <a:extLst>
              <a:ext uri="{FF2B5EF4-FFF2-40B4-BE49-F238E27FC236}">
                <a16:creationId xmlns:a16="http://schemas.microsoft.com/office/drawing/2014/main" id="{BDE7A064-4939-5EC0-0192-3BAEFE9673B2}"/>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6" name="Slide Number Placeholder 5">
            <a:extLst>
              <a:ext uri="{FF2B5EF4-FFF2-40B4-BE49-F238E27FC236}">
                <a16:creationId xmlns:a16="http://schemas.microsoft.com/office/drawing/2014/main" id="{9A916D65-EAA3-C194-6B10-CD45E0C270D7}"/>
              </a:ext>
            </a:extLst>
          </p:cNvPr>
          <p:cNvSpPr>
            <a:spLocks noGrp="1"/>
          </p:cNvSpPr>
          <p:nvPr>
            <p:ph type="sldNum" sz="quarter" idx="4"/>
          </p:nvPr>
        </p:nvSpPr>
        <p:spPr/>
        <p:txBody>
          <a:bodyPr/>
          <a:lstStyle/>
          <a:p>
            <a:fld id="{0262F45B-057E-45F1-BF75-BEAC56186E37}" type="slidenum">
              <a:rPr lang="en-US" smtClean="0"/>
              <a:pPr/>
              <a:t>25</a:t>
            </a:fld>
            <a:endParaRPr lang="en-US" dirty="0"/>
          </a:p>
        </p:txBody>
      </p:sp>
    </p:spTree>
    <p:extLst>
      <p:ext uri="{BB962C8B-B14F-4D97-AF65-F5344CB8AC3E}">
        <p14:creationId xmlns:p14="http://schemas.microsoft.com/office/powerpoint/2010/main" val="4140961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DA8E8B7C-FA8C-906D-E0F3-7C809816E69C}"/>
              </a:ext>
            </a:extLst>
          </p:cNvPr>
          <p:cNvSpPr/>
          <p:nvPr/>
        </p:nvSpPr>
        <p:spPr>
          <a:xfrm rot="5400000">
            <a:off x="5334138" y="-2828206"/>
            <a:ext cx="1653138" cy="11328102"/>
          </a:xfrm>
          <a:prstGeom prst="roundRect">
            <a:avLst>
              <a:gd name="adj" fmla="val 8172"/>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oogle Shape;430;p50">
            <a:extLst>
              <a:ext uri="{FF2B5EF4-FFF2-40B4-BE49-F238E27FC236}">
                <a16:creationId xmlns:a16="http://schemas.microsoft.com/office/drawing/2014/main" id="{B8C314DC-04E4-2A74-1480-AD1070A9D2A8}"/>
              </a:ext>
            </a:extLst>
          </p:cNvPr>
          <p:cNvGrpSpPr/>
          <p:nvPr/>
        </p:nvGrpSpPr>
        <p:grpSpPr>
          <a:xfrm>
            <a:off x="1903771" y="2363870"/>
            <a:ext cx="1727767" cy="315239"/>
            <a:chOff x="2068200" y="2503800"/>
            <a:chExt cx="1200300" cy="219000"/>
          </a:xfrm>
        </p:grpSpPr>
        <p:sp>
          <p:nvSpPr>
            <p:cNvPr id="5" name="Google Shape;431;p50">
              <a:extLst>
                <a:ext uri="{FF2B5EF4-FFF2-40B4-BE49-F238E27FC236}">
                  <a16:creationId xmlns:a16="http://schemas.microsoft.com/office/drawing/2014/main" id="{266754E6-62E3-7E17-3427-FE4A9F9A26B6}"/>
                </a:ext>
              </a:extLst>
            </p:cNvPr>
            <p:cNvSpPr/>
            <p:nvPr/>
          </p:nvSpPr>
          <p:spPr>
            <a:xfrm rot="5400000">
              <a:off x="2558850" y="2013150"/>
              <a:ext cx="219000" cy="12003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432;p50">
              <a:extLst>
                <a:ext uri="{FF2B5EF4-FFF2-40B4-BE49-F238E27FC236}">
                  <a16:creationId xmlns:a16="http://schemas.microsoft.com/office/drawing/2014/main" id="{DF51CD08-2ED3-E7CF-C2CC-AD3E083310AF}"/>
                </a:ext>
              </a:extLst>
            </p:cNvPr>
            <p:cNvSpPr/>
            <p:nvPr/>
          </p:nvSpPr>
          <p:spPr>
            <a:xfrm rot="5400000">
              <a:off x="2277150" y="2294850"/>
              <a:ext cx="219000" cy="6369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433;p50">
            <a:extLst>
              <a:ext uri="{FF2B5EF4-FFF2-40B4-BE49-F238E27FC236}">
                <a16:creationId xmlns:a16="http://schemas.microsoft.com/office/drawing/2014/main" id="{AEBAB9FB-696C-ADE4-4EE5-318A5E03ED10}"/>
              </a:ext>
            </a:extLst>
          </p:cNvPr>
          <p:cNvGrpSpPr/>
          <p:nvPr/>
        </p:nvGrpSpPr>
        <p:grpSpPr>
          <a:xfrm>
            <a:off x="1903663" y="3030837"/>
            <a:ext cx="1727875" cy="315239"/>
            <a:chOff x="2068125" y="2967150"/>
            <a:chExt cx="1200375" cy="219000"/>
          </a:xfrm>
        </p:grpSpPr>
        <p:sp>
          <p:nvSpPr>
            <p:cNvPr id="8" name="Google Shape;434;p50">
              <a:extLst>
                <a:ext uri="{FF2B5EF4-FFF2-40B4-BE49-F238E27FC236}">
                  <a16:creationId xmlns:a16="http://schemas.microsoft.com/office/drawing/2014/main" id="{8ECA495B-D07A-B070-FCDF-8952A9870451}"/>
                </a:ext>
              </a:extLst>
            </p:cNvPr>
            <p:cNvSpPr/>
            <p:nvPr/>
          </p:nvSpPr>
          <p:spPr>
            <a:xfrm rot="5400000">
              <a:off x="2558850" y="2476500"/>
              <a:ext cx="219000" cy="12003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35;p50">
              <a:extLst>
                <a:ext uri="{FF2B5EF4-FFF2-40B4-BE49-F238E27FC236}">
                  <a16:creationId xmlns:a16="http://schemas.microsoft.com/office/drawing/2014/main" id="{3C652BFF-254F-CCEE-3D2B-8AA0D5E8E111}"/>
                </a:ext>
              </a:extLst>
            </p:cNvPr>
            <p:cNvSpPr/>
            <p:nvPr/>
          </p:nvSpPr>
          <p:spPr>
            <a:xfrm rot="5400000">
              <a:off x="2453325" y="2581950"/>
              <a:ext cx="219000" cy="9894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440;p50">
            <a:extLst>
              <a:ext uri="{FF2B5EF4-FFF2-40B4-BE49-F238E27FC236}">
                <a16:creationId xmlns:a16="http://schemas.microsoft.com/office/drawing/2014/main" id="{69AEE76F-C89B-6DBA-100E-26813156CC73}"/>
              </a:ext>
            </a:extLst>
          </p:cNvPr>
          <p:cNvGrpSpPr/>
          <p:nvPr/>
        </p:nvGrpSpPr>
        <p:grpSpPr>
          <a:xfrm>
            <a:off x="9362407" y="2363870"/>
            <a:ext cx="1727767" cy="315239"/>
            <a:chOff x="2068200" y="2503800"/>
            <a:chExt cx="1200300" cy="219000"/>
          </a:xfrm>
        </p:grpSpPr>
        <p:sp>
          <p:nvSpPr>
            <p:cNvPr id="13" name="Google Shape;441;p50">
              <a:extLst>
                <a:ext uri="{FF2B5EF4-FFF2-40B4-BE49-F238E27FC236}">
                  <a16:creationId xmlns:a16="http://schemas.microsoft.com/office/drawing/2014/main" id="{D3CE8165-BA10-33A6-697B-D1BC85878ECC}"/>
                </a:ext>
              </a:extLst>
            </p:cNvPr>
            <p:cNvSpPr/>
            <p:nvPr/>
          </p:nvSpPr>
          <p:spPr>
            <a:xfrm rot="5400000">
              <a:off x="2558850" y="2013150"/>
              <a:ext cx="219000" cy="12003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42;p50">
              <a:extLst>
                <a:ext uri="{FF2B5EF4-FFF2-40B4-BE49-F238E27FC236}">
                  <a16:creationId xmlns:a16="http://schemas.microsoft.com/office/drawing/2014/main" id="{1A202205-83B8-C82A-5990-6F051C3DFA41}"/>
                </a:ext>
              </a:extLst>
            </p:cNvPr>
            <p:cNvSpPr/>
            <p:nvPr/>
          </p:nvSpPr>
          <p:spPr>
            <a:xfrm rot="5400000">
              <a:off x="2277150" y="2294850"/>
              <a:ext cx="219000" cy="6369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 name="Google Shape;443;p50">
            <a:extLst>
              <a:ext uri="{FF2B5EF4-FFF2-40B4-BE49-F238E27FC236}">
                <a16:creationId xmlns:a16="http://schemas.microsoft.com/office/drawing/2014/main" id="{80F67C86-B214-FBF6-79E1-FFB7579FCC48}"/>
              </a:ext>
            </a:extLst>
          </p:cNvPr>
          <p:cNvGrpSpPr/>
          <p:nvPr/>
        </p:nvGrpSpPr>
        <p:grpSpPr>
          <a:xfrm>
            <a:off x="9362299" y="3030837"/>
            <a:ext cx="1727875" cy="315239"/>
            <a:chOff x="2068125" y="2967150"/>
            <a:chExt cx="1200375" cy="219000"/>
          </a:xfrm>
        </p:grpSpPr>
        <p:sp>
          <p:nvSpPr>
            <p:cNvPr id="16" name="Google Shape;444;p50">
              <a:extLst>
                <a:ext uri="{FF2B5EF4-FFF2-40B4-BE49-F238E27FC236}">
                  <a16:creationId xmlns:a16="http://schemas.microsoft.com/office/drawing/2014/main" id="{18A32812-8C1B-5385-0335-537BEB7D564E}"/>
                </a:ext>
              </a:extLst>
            </p:cNvPr>
            <p:cNvSpPr/>
            <p:nvPr/>
          </p:nvSpPr>
          <p:spPr>
            <a:xfrm rot="5400000">
              <a:off x="2558850" y="2476500"/>
              <a:ext cx="219000" cy="1200300"/>
            </a:xfrm>
            <a:prstGeom prst="rect">
              <a:avLst/>
            </a:prstGeom>
            <a:solidFill>
              <a:srgbClr val="E8DC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45;p50">
              <a:extLst>
                <a:ext uri="{FF2B5EF4-FFF2-40B4-BE49-F238E27FC236}">
                  <a16:creationId xmlns:a16="http://schemas.microsoft.com/office/drawing/2014/main" id="{E2D408CE-6295-B78E-9FD0-A59B0BB51E25}"/>
                </a:ext>
              </a:extLst>
            </p:cNvPr>
            <p:cNvSpPr/>
            <p:nvPr/>
          </p:nvSpPr>
          <p:spPr>
            <a:xfrm rot="5400000">
              <a:off x="2453325" y="2581950"/>
              <a:ext cx="219000" cy="9894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450;p50">
            <a:extLst>
              <a:ext uri="{FF2B5EF4-FFF2-40B4-BE49-F238E27FC236}">
                <a16:creationId xmlns:a16="http://schemas.microsoft.com/office/drawing/2014/main" id="{75D94122-C98C-E51F-2D1A-E412BE452E33}"/>
              </a:ext>
            </a:extLst>
          </p:cNvPr>
          <p:cNvGrpSpPr/>
          <p:nvPr/>
        </p:nvGrpSpPr>
        <p:grpSpPr>
          <a:xfrm>
            <a:off x="5633089" y="2363870"/>
            <a:ext cx="1727767" cy="315239"/>
            <a:chOff x="2068200" y="2503800"/>
            <a:chExt cx="1200300" cy="219000"/>
          </a:xfrm>
        </p:grpSpPr>
        <p:sp>
          <p:nvSpPr>
            <p:cNvPr id="21" name="Google Shape;451;p50">
              <a:extLst>
                <a:ext uri="{FF2B5EF4-FFF2-40B4-BE49-F238E27FC236}">
                  <a16:creationId xmlns:a16="http://schemas.microsoft.com/office/drawing/2014/main" id="{DEDF4292-AC04-7E93-6B43-A3A4CF23B5E7}"/>
                </a:ext>
              </a:extLst>
            </p:cNvPr>
            <p:cNvSpPr/>
            <p:nvPr/>
          </p:nvSpPr>
          <p:spPr>
            <a:xfrm rot="5400000">
              <a:off x="2558850" y="2013150"/>
              <a:ext cx="219000" cy="12003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452;p50">
              <a:extLst>
                <a:ext uri="{FF2B5EF4-FFF2-40B4-BE49-F238E27FC236}">
                  <a16:creationId xmlns:a16="http://schemas.microsoft.com/office/drawing/2014/main" id="{0E066F0D-6BBD-0A2C-2035-8557F26C2EDD}"/>
                </a:ext>
              </a:extLst>
            </p:cNvPr>
            <p:cNvSpPr/>
            <p:nvPr/>
          </p:nvSpPr>
          <p:spPr>
            <a:xfrm rot="5400000">
              <a:off x="2277150" y="2294850"/>
              <a:ext cx="219000" cy="6369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453;p50">
            <a:extLst>
              <a:ext uri="{FF2B5EF4-FFF2-40B4-BE49-F238E27FC236}">
                <a16:creationId xmlns:a16="http://schemas.microsoft.com/office/drawing/2014/main" id="{10F1FF02-7FB8-301A-0585-4EDA3475AF07}"/>
              </a:ext>
            </a:extLst>
          </p:cNvPr>
          <p:cNvGrpSpPr/>
          <p:nvPr/>
        </p:nvGrpSpPr>
        <p:grpSpPr>
          <a:xfrm>
            <a:off x="5632981" y="3030837"/>
            <a:ext cx="1727875" cy="315239"/>
            <a:chOff x="2068125" y="2967150"/>
            <a:chExt cx="1200375" cy="219000"/>
          </a:xfrm>
        </p:grpSpPr>
        <p:sp>
          <p:nvSpPr>
            <p:cNvPr id="24" name="Google Shape;454;p50">
              <a:extLst>
                <a:ext uri="{FF2B5EF4-FFF2-40B4-BE49-F238E27FC236}">
                  <a16:creationId xmlns:a16="http://schemas.microsoft.com/office/drawing/2014/main" id="{240EA842-ADEB-7A35-C836-092ED2F35FA2}"/>
                </a:ext>
              </a:extLst>
            </p:cNvPr>
            <p:cNvSpPr/>
            <p:nvPr/>
          </p:nvSpPr>
          <p:spPr>
            <a:xfrm rot="5400000">
              <a:off x="2558850" y="2476500"/>
              <a:ext cx="219000" cy="12003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455;p50">
              <a:extLst>
                <a:ext uri="{FF2B5EF4-FFF2-40B4-BE49-F238E27FC236}">
                  <a16:creationId xmlns:a16="http://schemas.microsoft.com/office/drawing/2014/main" id="{A69D0BAE-EF18-CBF4-62BB-FB277298CA97}"/>
                </a:ext>
              </a:extLst>
            </p:cNvPr>
            <p:cNvSpPr/>
            <p:nvPr/>
          </p:nvSpPr>
          <p:spPr>
            <a:xfrm rot="5400000">
              <a:off x="2453325" y="2581950"/>
              <a:ext cx="219000" cy="989400"/>
            </a:xfrm>
            <a:prstGeom prst="rect">
              <a:avLst/>
            </a:prstGeom>
            <a:solidFill>
              <a:srgbClr val="A9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TextBox 26">
            <a:extLst>
              <a:ext uri="{FF2B5EF4-FFF2-40B4-BE49-F238E27FC236}">
                <a16:creationId xmlns:a16="http://schemas.microsoft.com/office/drawing/2014/main" id="{AA52F456-51BC-E470-0EC8-9359967CDB69}"/>
              </a:ext>
            </a:extLst>
          </p:cNvPr>
          <p:cNvSpPr txBox="1"/>
          <p:nvPr/>
        </p:nvSpPr>
        <p:spPr>
          <a:xfrm>
            <a:off x="7839328" y="2321434"/>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28" name="TextBox 27">
            <a:extLst>
              <a:ext uri="{FF2B5EF4-FFF2-40B4-BE49-F238E27FC236}">
                <a16:creationId xmlns:a16="http://schemas.microsoft.com/office/drawing/2014/main" id="{172ACAEB-A2FE-DD41-9D6C-7984B2826361}"/>
              </a:ext>
            </a:extLst>
          </p:cNvPr>
          <p:cNvSpPr txBox="1"/>
          <p:nvPr/>
        </p:nvSpPr>
        <p:spPr>
          <a:xfrm>
            <a:off x="7839328" y="2994005"/>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30" name="TextBox 29">
            <a:extLst>
              <a:ext uri="{FF2B5EF4-FFF2-40B4-BE49-F238E27FC236}">
                <a16:creationId xmlns:a16="http://schemas.microsoft.com/office/drawing/2014/main" id="{8803B905-2145-A8C0-7E18-701AD961ECF0}"/>
              </a:ext>
            </a:extLst>
          </p:cNvPr>
          <p:cNvSpPr txBox="1"/>
          <p:nvPr/>
        </p:nvSpPr>
        <p:spPr>
          <a:xfrm>
            <a:off x="4187607" y="2321434"/>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31" name="TextBox 30">
            <a:extLst>
              <a:ext uri="{FF2B5EF4-FFF2-40B4-BE49-F238E27FC236}">
                <a16:creationId xmlns:a16="http://schemas.microsoft.com/office/drawing/2014/main" id="{4546165A-0530-5820-C1D8-0E63530B50A7}"/>
              </a:ext>
            </a:extLst>
          </p:cNvPr>
          <p:cNvSpPr txBox="1"/>
          <p:nvPr/>
        </p:nvSpPr>
        <p:spPr>
          <a:xfrm>
            <a:off x="4187607" y="2994005"/>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32" name="TextBox 31">
            <a:extLst>
              <a:ext uri="{FF2B5EF4-FFF2-40B4-BE49-F238E27FC236}">
                <a16:creationId xmlns:a16="http://schemas.microsoft.com/office/drawing/2014/main" id="{1C8E12BC-7BC1-C304-4B55-6D51B824EF96}"/>
              </a:ext>
            </a:extLst>
          </p:cNvPr>
          <p:cNvSpPr txBox="1"/>
          <p:nvPr/>
        </p:nvSpPr>
        <p:spPr>
          <a:xfrm>
            <a:off x="508150" y="2321434"/>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33" name="TextBox 32">
            <a:extLst>
              <a:ext uri="{FF2B5EF4-FFF2-40B4-BE49-F238E27FC236}">
                <a16:creationId xmlns:a16="http://schemas.microsoft.com/office/drawing/2014/main" id="{8C6D6248-5485-33F0-5A78-DC55D9EAACAB}"/>
              </a:ext>
            </a:extLst>
          </p:cNvPr>
          <p:cNvSpPr txBox="1"/>
          <p:nvPr/>
        </p:nvSpPr>
        <p:spPr>
          <a:xfrm>
            <a:off x="508150" y="2994005"/>
            <a:ext cx="1424189" cy="400110"/>
          </a:xfrm>
          <a:prstGeom prst="rect">
            <a:avLst/>
          </a:prstGeom>
          <a:noFill/>
        </p:spPr>
        <p:txBody>
          <a:bodyPr wrap="square" rtlCol="0">
            <a:spAutoFit/>
          </a:bodyPr>
          <a:lstStyle/>
          <a:p>
            <a:pPr algn="r" rtl="1"/>
            <a:r>
              <a:rPr lang="fa-IR" sz="2000" dirty="0">
                <a:cs typeface="B Titr" panose="00000700000000000000" pitchFamily="2" charset="-78"/>
              </a:rPr>
              <a:t>عنوان</a:t>
            </a:r>
            <a:endParaRPr lang="en-US" sz="2000" dirty="0">
              <a:cs typeface="B Titr" panose="00000700000000000000" pitchFamily="2" charset="-78"/>
            </a:endParaRPr>
          </a:p>
        </p:txBody>
      </p:sp>
      <p:sp>
        <p:nvSpPr>
          <p:cNvPr id="35" name="TextBox 34">
            <a:extLst>
              <a:ext uri="{FF2B5EF4-FFF2-40B4-BE49-F238E27FC236}">
                <a16:creationId xmlns:a16="http://schemas.microsoft.com/office/drawing/2014/main" id="{CCC886D5-0D7E-FE89-2E7C-6F19C47931F9}"/>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36" name="TextBox 35">
            <a:extLst>
              <a:ext uri="{FF2B5EF4-FFF2-40B4-BE49-F238E27FC236}">
                <a16:creationId xmlns:a16="http://schemas.microsoft.com/office/drawing/2014/main" id="{A6DDD338-59C8-0D1B-9A22-CF408F997A96}"/>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graphicFrame>
        <p:nvGraphicFramePr>
          <p:cNvPr id="62" name="Table 62">
            <a:extLst>
              <a:ext uri="{FF2B5EF4-FFF2-40B4-BE49-F238E27FC236}">
                <a16:creationId xmlns:a16="http://schemas.microsoft.com/office/drawing/2014/main" id="{76EF59C3-FD53-430D-6D43-28B54AD74FE5}"/>
              </a:ext>
            </a:extLst>
          </p:cNvPr>
          <p:cNvGraphicFramePr>
            <a:graphicFrameLocks noGrp="1"/>
          </p:cNvGraphicFramePr>
          <p:nvPr>
            <p:extLst>
              <p:ext uri="{D42A27DB-BD31-4B8C-83A1-F6EECF244321}">
                <p14:modId xmlns:p14="http://schemas.microsoft.com/office/powerpoint/2010/main" val="3219537013"/>
              </p:ext>
            </p:extLst>
          </p:nvPr>
        </p:nvGraphicFramePr>
        <p:xfrm>
          <a:off x="535694" y="3928562"/>
          <a:ext cx="11289066" cy="2428864"/>
        </p:xfrm>
        <a:graphic>
          <a:graphicData uri="http://schemas.openxmlformats.org/drawingml/2006/table">
            <a:tbl>
              <a:tblPr firstRow="1" bandRow="1">
                <a:tableStyleId>{5C22544A-7EE6-4342-B048-85BDC9FD1C3A}</a:tableStyleId>
              </a:tblPr>
              <a:tblGrid>
                <a:gridCol w="2514934">
                  <a:extLst>
                    <a:ext uri="{9D8B030D-6E8A-4147-A177-3AD203B41FA5}">
                      <a16:colId xmlns:a16="http://schemas.microsoft.com/office/drawing/2014/main" val="2551706578"/>
                    </a:ext>
                  </a:extLst>
                </a:gridCol>
                <a:gridCol w="2514934">
                  <a:extLst>
                    <a:ext uri="{9D8B030D-6E8A-4147-A177-3AD203B41FA5}">
                      <a16:colId xmlns:a16="http://schemas.microsoft.com/office/drawing/2014/main" val="1724373674"/>
                    </a:ext>
                  </a:extLst>
                </a:gridCol>
                <a:gridCol w="2514934">
                  <a:extLst>
                    <a:ext uri="{9D8B030D-6E8A-4147-A177-3AD203B41FA5}">
                      <a16:colId xmlns:a16="http://schemas.microsoft.com/office/drawing/2014/main" val="3172589967"/>
                    </a:ext>
                  </a:extLst>
                </a:gridCol>
                <a:gridCol w="2514934">
                  <a:extLst>
                    <a:ext uri="{9D8B030D-6E8A-4147-A177-3AD203B41FA5}">
                      <a16:colId xmlns:a16="http://schemas.microsoft.com/office/drawing/2014/main" val="4002069536"/>
                    </a:ext>
                  </a:extLst>
                </a:gridCol>
                <a:gridCol w="1229330">
                  <a:extLst>
                    <a:ext uri="{9D8B030D-6E8A-4147-A177-3AD203B41FA5}">
                      <a16:colId xmlns:a16="http://schemas.microsoft.com/office/drawing/2014/main" val="2007546134"/>
                    </a:ext>
                  </a:extLst>
                </a:gridCol>
              </a:tblGrid>
              <a:tr h="607216">
                <a:tc>
                  <a:txBody>
                    <a:bodyPr/>
                    <a:lstStyle/>
                    <a:p>
                      <a:pPr algn="ctr" rtl="1"/>
                      <a:r>
                        <a:rPr lang="fa-IR" sz="2400" b="0" kern="1200" cap="none" spc="0" dirty="0">
                          <a:ln>
                            <a:noFill/>
                          </a:ln>
                          <a:solidFill>
                            <a:schemeClr val="tx1"/>
                          </a:solidFill>
                          <a:effectLst/>
                          <a:latin typeface="IRAN(FaNum)" panose="020B0606030804020204" pitchFamily="34" charset="-78"/>
                          <a:ea typeface="+mn-ea"/>
                          <a:cs typeface="IRAN(FaNum)" panose="020B0606030804020204" pitchFamily="34" charset="-78"/>
                        </a:rPr>
                        <a:t>عنوان</a:t>
                      </a:r>
                      <a:endParaRPr lang="en-US" sz="2400" b="0" kern="1200" cap="none" spc="0" dirty="0">
                        <a:ln>
                          <a:noFill/>
                        </a:ln>
                        <a:solidFill>
                          <a:schemeClr val="tx1"/>
                        </a:solidFill>
                        <a:effectLst/>
                        <a:latin typeface="IRAN(FaNum)" panose="020B0606030804020204" pitchFamily="34" charset="-78"/>
                        <a:ea typeface="+mn-ea"/>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kern="1200" cap="none" spc="0" dirty="0">
                          <a:ln>
                            <a:noFill/>
                          </a:ln>
                          <a:solidFill>
                            <a:schemeClr val="tx1"/>
                          </a:solidFill>
                          <a:effectLst/>
                          <a:latin typeface="IRAN(FaNum)" panose="020B0606030804020204" pitchFamily="34" charset="-78"/>
                          <a:ea typeface="+mn-ea"/>
                          <a:cs typeface="IRAN(FaNum)" panose="020B0606030804020204" pitchFamily="34" charset="-78"/>
                        </a:rPr>
                        <a:t>عنوان</a:t>
                      </a:r>
                      <a:endParaRPr lang="en-US" sz="2400" b="0" kern="1200" cap="none" spc="0" dirty="0">
                        <a:ln>
                          <a:noFill/>
                        </a:ln>
                        <a:solidFill>
                          <a:schemeClr val="tx1"/>
                        </a:solidFill>
                        <a:effectLst/>
                        <a:latin typeface="IRAN(FaNum)" panose="020B0606030804020204" pitchFamily="34" charset="-78"/>
                        <a:ea typeface="+mn-ea"/>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kern="1200" cap="none" spc="0" dirty="0">
                          <a:ln>
                            <a:noFill/>
                          </a:ln>
                          <a:solidFill>
                            <a:schemeClr val="tx1"/>
                          </a:solidFill>
                          <a:effectLst/>
                          <a:latin typeface="IRAN(FaNum)" panose="020B0606030804020204" pitchFamily="34" charset="-78"/>
                          <a:ea typeface="+mn-ea"/>
                          <a:cs typeface="IRAN(FaNum)" panose="020B0606030804020204" pitchFamily="34" charset="-78"/>
                        </a:rPr>
                        <a:t>عنوان</a:t>
                      </a:r>
                      <a:endParaRPr lang="en-US" sz="2400" b="0" kern="1200" cap="none" spc="0" dirty="0">
                        <a:ln>
                          <a:noFill/>
                        </a:ln>
                        <a:solidFill>
                          <a:schemeClr val="tx1"/>
                        </a:solidFill>
                        <a:effectLst/>
                        <a:latin typeface="IRAN(FaNum)" panose="020B0606030804020204" pitchFamily="34" charset="-78"/>
                        <a:ea typeface="+mn-ea"/>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kern="1200" cap="none" spc="0" dirty="0">
                          <a:ln>
                            <a:noFill/>
                          </a:ln>
                          <a:solidFill>
                            <a:schemeClr val="tx1"/>
                          </a:solidFill>
                          <a:effectLst/>
                          <a:latin typeface="IRAN(FaNum)" panose="020B0606030804020204" pitchFamily="34" charset="-78"/>
                          <a:ea typeface="+mn-ea"/>
                          <a:cs typeface="IRAN(FaNum)" panose="020B0606030804020204" pitchFamily="34" charset="-78"/>
                        </a:rPr>
                        <a:t>عنوان</a:t>
                      </a:r>
                      <a:endParaRPr lang="en-US" sz="2400" b="0" kern="1200" cap="none" spc="0" dirty="0">
                        <a:ln>
                          <a:noFill/>
                        </a:ln>
                        <a:solidFill>
                          <a:schemeClr val="tx1"/>
                        </a:solidFill>
                        <a:effectLst/>
                        <a:latin typeface="IRAN(FaNum)" panose="020B0606030804020204" pitchFamily="34" charset="-78"/>
                        <a:ea typeface="+mn-ea"/>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cap="none" spc="0" dirty="0">
                          <a:ln>
                            <a:noFill/>
                          </a:ln>
                          <a:solidFill>
                            <a:schemeClr val="tx1"/>
                          </a:solidFill>
                          <a:effectLst/>
                          <a:latin typeface="IRAN(FaNum)" panose="020B0606030804020204" pitchFamily="34" charset="-78"/>
                          <a:cs typeface="IRAN(FaNum)" panose="020B0606030804020204" pitchFamily="34" charset="-78"/>
                        </a:rPr>
                        <a:t>عنوان</a:t>
                      </a:r>
                      <a:endParaRPr lang="en-US" sz="2400" b="0" cap="none" spc="0" dirty="0">
                        <a:ln>
                          <a:noFill/>
                        </a:ln>
                        <a:solidFill>
                          <a:schemeClr val="tx1"/>
                        </a:solidFill>
                        <a:effectLst/>
                        <a:latin typeface="IRAN(FaNum)" panose="020B0606030804020204" pitchFamily="34" charset="-78"/>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6713601"/>
                  </a:ext>
                </a:extLst>
              </a:tr>
              <a:tr h="607216">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0CF"/>
                    </a:solid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D9D1"/>
                    </a:solidFill>
                  </a:tcPr>
                </a:tc>
                <a:tc>
                  <a:txBody>
                    <a:bodyPr/>
                    <a:lstStyle/>
                    <a:p>
                      <a:pPr algn="ctr" rtl="1"/>
                      <a:r>
                        <a:rPr lang="fa-IR" sz="2400" b="0" cap="none" spc="0" dirty="0">
                          <a:ln>
                            <a:noFill/>
                          </a:ln>
                          <a:solidFill>
                            <a:schemeClr val="tx1"/>
                          </a:solidFill>
                          <a:effectLst/>
                          <a:latin typeface="IRAN(FaNum)" panose="020B0606030804020204" pitchFamily="34" charset="-78"/>
                          <a:cs typeface="IRAN(FaNum)" panose="020B0606030804020204" pitchFamily="34" charset="-78"/>
                        </a:rPr>
                        <a:t>عنوان</a:t>
                      </a:r>
                      <a:endParaRPr lang="en-US" sz="2400" b="0" cap="none" spc="0" dirty="0">
                        <a:ln>
                          <a:noFill/>
                        </a:ln>
                        <a:solidFill>
                          <a:schemeClr val="tx1"/>
                        </a:solidFill>
                        <a:effectLst/>
                        <a:latin typeface="IRAN(FaNum)" panose="020B0606030804020204" pitchFamily="34" charset="-78"/>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3694811"/>
                  </a:ext>
                </a:extLst>
              </a:tr>
              <a:tr h="607216">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DE1F3"/>
                    </a:solid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cap="none" spc="0" dirty="0">
                          <a:ln>
                            <a:noFill/>
                          </a:ln>
                          <a:solidFill>
                            <a:schemeClr val="tx1"/>
                          </a:solidFill>
                          <a:effectLst/>
                          <a:latin typeface="IRAN(FaNum)" panose="020B0606030804020204" pitchFamily="34" charset="-78"/>
                          <a:cs typeface="IRAN(FaNum)" panose="020B0606030804020204" pitchFamily="34" charset="-78"/>
                        </a:rPr>
                        <a:t>عنوان</a:t>
                      </a:r>
                      <a:endParaRPr lang="en-US" sz="2400" b="0" cap="none" spc="0" dirty="0">
                        <a:ln>
                          <a:noFill/>
                        </a:ln>
                        <a:solidFill>
                          <a:schemeClr val="tx1"/>
                        </a:solidFill>
                        <a:effectLst/>
                        <a:latin typeface="IRAN(FaNum)" panose="020B0606030804020204" pitchFamily="34" charset="-78"/>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2513941"/>
                  </a:ext>
                </a:extLst>
              </a:tr>
              <a:tr h="607216">
                <a:tc>
                  <a:txBody>
                    <a:bodyPr/>
                    <a:lstStyle/>
                    <a:p>
                      <a:pPr algn="r" rtl="1"/>
                      <a:endParaRPr lang="en-US" b="0" cap="none" spc="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A08C"/>
                    </a:solid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1"/>
                      <a:endParaRPr lang="en-US" b="0" cap="none" spc="0" dirty="0">
                        <a:ln>
                          <a:noFill/>
                        </a:ln>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r>
                        <a:rPr lang="fa-IR" sz="2400" b="0" cap="none" spc="0" dirty="0">
                          <a:ln>
                            <a:noFill/>
                          </a:ln>
                          <a:solidFill>
                            <a:schemeClr val="tx1"/>
                          </a:solidFill>
                          <a:effectLst/>
                          <a:latin typeface="IRAN(FaNum)" panose="020B0606030804020204" pitchFamily="34" charset="-78"/>
                          <a:cs typeface="IRAN(FaNum)" panose="020B0606030804020204" pitchFamily="34" charset="-78"/>
                        </a:rPr>
                        <a:t>عنوان</a:t>
                      </a:r>
                      <a:endParaRPr lang="en-US" sz="2400" b="0" cap="none" spc="0" dirty="0">
                        <a:ln>
                          <a:noFill/>
                        </a:ln>
                        <a:solidFill>
                          <a:schemeClr val="tx1"/>
                        </a:solidFill>
                        <a:effectLst/>
                        <a:latin typeface="IRAN(FaNum)" panose="020B0606030804020204" pitchFamily="34" charset="-78"/>
                        <a:cs typeface="IRAN(FaNum)" panose="020B0606030804020204" pitchFamily="34"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544550"/>
                  </a:ext>
                </a:extLst>
              </a:tr>
            </a:tbl>
          </a:graphicData>
        </a:graphic>
      </p:graphicFrame>
      <p:sp>
        <p:nvSpPr>
          <p:cNvPr id="63" name="L-Shape 62">
            <a:extLst>
              <a:ext uri="{FF2B5EF4-FFF2-40B4-BE49-F238E27FC236}">
                <a16:creationId xmlns:a16="http://schemas.microsoft.com/office/drawing/2014/main" id="{1C7FF0EB-57C9-42F0-57A6-11B03B793212}"/>
              </a:ext>
            </a:extLst>
          </p:cNvPr>
          <p:cNvSpPr/>
          <p:nvPr/>
        </p:nvSpPr>
        <p:spPr>
          <a:xfrm rot="-2700000">
            <a:off x="9102046" y="4614302"/>
            <a:ext cx="520505" cy="323557"/>
          </a:xfrm>
          <a:prstGeom prst="corner">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L-Shape 63">
            <a:extLst>
              <a:ext uri="{FF2B5EF4-FFF2-40B4-BE49-F238E27FC236}">
                <a16:creationId xmlns:a16="http://schemas.microsoft.com/office/drawing/2014/main" id="{CF81ED5D-F78D-124C-E3EF-67DA5EA13D55}"/>
              </a:ext>
            </a:extLst>
          </p:cNvPr>
          <p:cNvSpPr/>
          <p:nvPr/>
        </p:nvSpPr>
        <p:spPr>
          <a:xfrm rot="-2700000">
            <a:off x="6535141" y="5211145"/>
            <a:ext cx="520505" cy="323557"/>
          </a:xfrm>
          <a:prstGeom prst="corner">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L-Shape 64">
            <a:extLst>
              <a:ext uri="{FF2B5EF4-FFF2-40B4-BE49-F238E27FC236}">
                <a16:creationId xmlns:a16="http://schemas.microsoft.com/office/drawing/2014/main" id="{14CC9C62-4A4A-B0DB-CB66-889BF4CC5E36}"/>
              </a:ext>
            </a:extLst>
          </p:cNvPr>
          <p:cNvSpPr/>
          <p:nvPr/>
        </p:nvSpPr>
        <p:spPr>
          <a:xfrm rot="-2700000">
            <a:off x="1505775" y="4614302"/>
            <a:ext cx="520505" cy="323557"/>
          </a:xfrm>
          <a:prstGeom prst="corner">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L-Shape 65">
            <a:extLst>
              <a:ext uri="{FF2B5EF4-FFF2-40B4-BE49-F238E27FC236}">
                <a16:creationId xmlns:a16="http://schemas.microsoft.com/office/drawing/2014/main" id="{A129A883-93F2-D514-E801-94F537D8AD8D}"/>
              </a:ext>
            </a:extLst>
          </p:cNvPr>
          <p:cNvSpPr/>
          <p:nvPr/>
        </p:nvSpPr>
        <p:spPr>
          <a:xfrm rot="-2700000">
            <a:off x="4020458" y="5807988"/>
            <a:ext cx="520505" cy="323557"/>
          </a:xfrm>
          <a:prstGeom prst="corner">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 name="Group 102">
            <a:extLst>
              <a:ext uri="{FF2B5EF4-FFF2-40B4-BE49-F238E27FC236}">
                <a16:creationId xmlns:a16="http://schemas.microsoft.com/office/drawing/2014/main" id="{B926AB94-163A-5FF5-C699-AB6E5B30AD88}"/>
              </a:ext>
            </a:extLst>
          </p:cNvPr>
          <p:cNvGrpSpPr/>
          <p:nvPr/>
        </p:nvGrpSpPr>
        <p:grpSpPr>
          <a:xfrm>
            <a:off x="13947957" y="2604458"/>
            <a:ext cx="2899872" cy="3621037"/>
            <a:chOff x="8314073" y="2874115"/>
            <a:chExt cx="2899872" cy="3621037"/>
          </a:xfrm>
        </p:grpSpPr>
        <p:sp>
          <p:nvSpPr>
            <p:cNvPr id="104" name="Flowchart: Off-page Connector 103">
              <a:extLst>
                <a:ext uri="{FF2B5EF4-FFF2-40B4-BE49-F238E27FC236}">
                  <a16:creationId xmlns:a16="http://schemas.microsoft.com/office/drawing/2014/main" id="{C2543A82-F9FB-92D8-8E57-3849017E8BC2}"/>
                </a:ext>
              </a:extLst>
            </p:cNvPr>
            <p:cNvSpPr/>
            <p:nvPr/>
          </p:nvSpPr>
          <p:spPr>
            <a:xfrm>
              <a:off x="8314073" y="2874115"/>
              <a:ext cx="2899872" cy="3621037"/>
            </a:xfrm>
            <a:prstGeom prst="flowChartOffpageConnector">
              <a:avLst/>
            </a:prstGeom>
            <a:solidFill>
              <a:srgbClr val="CDE1F3">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2BF44755-DE0B-9F99-A3C0-9A0F5B14073F}"/>
                </a:ext>
              </a:extLst>
            </p:cNvPr>
            <p:cNvSpPr/>
            <p:nvPr/>
          </p:nvSpPr>
          <p:spPr>
            <a:xfrm>
              <a:off x="9894433" y="3084433"/>
              <a:ext cx="1193800" cy="1193800"/>
            </a:xfrm>
            <a:prstGeom prst="ellipse">
              <a:avLst/>
            </a:prstGeom>
            <a:blipFill>
              <a:blip r:embed="rId2"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89780059-7649-EBFF-771D-6C665B062F73}"/>
                </a:ext>
              </a:extLst>
            </p:cNvPr>
            <p:cNvSpPr txBox="1"/>
            <p:nvPr/>
          </p:nvSpPr>
          <p:spPr>
            <a:xfrm>
              <a:off x="8480138" y="5089053"/>
              <a:ext cx="2567739" cy="523220"/>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7" name="TextBox 106">
              <a:extLst>
                <a:ext uri="{FF2B5EF4-FFF2-40B4-BE49-F238E27FC236}">
                  <a16:creationId xmlns:a16="http://schemas.microsoft.com/office/drawing/2014/main" id="{B41DD18F-BB81-6255-7A5B-5B72C4024195}"/>
                </a:ext>
              </a:extLst>
            </p:cNvPr>
            <p:cNvSpPr txBox="1"/>
            <p:nvPr/>
          </p:nvSpPr>
          <p:spPr>
            <a:xfrm>
              <a:off x="8314073" y="4537695"/>
              <a:ext cx="2899871"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108" name="TextBox 107">
              <a:extLst>
                <a:ext uri="{FF2B5EF4-FFF2-40B4-BE49-F238E27FC236}">
                  <a16:creationId xmlns:a16="http://schemas.microsoft.com/office/drawing/2014/main" id="{485C51AC-0618-4311-8B8D-0E593FF0F037}"/>
                </a:ext>
              </a:extLst>
            </p:cNvPr>
            <p:cNvSpPr txBox="1"/>
            <p:nvPr/>
          </p:nvSpPr>
          <p:spPr>
            <a:xfrm>
              <a:off x="8463690" y="3311230"/>
              <a:ext cx="1471404" cy="1107996"/>
            </a:xfrm>
            <a:prstGeom prst="rect">
              <a:avLst/>
            </a:prstGeom>
            <a:noFill/>
          </p:spPr>
          <p:txBody>
            <a:bodyPr wrap="square" rtlCol="0" anchor="ctr" anchorCtr="0">
              <a:spAutoFit/>
            </a:bodyPr>
            <a:lstStyle/>
            <a:p>
              <a:pPr algn="ctr"/>
              <a:r>
                <a:rPr lang="fa-IR" sz="6600" dirty="0">
                  <a:cs typeface="Mj_Fares Bold" panose="03000201010305050404" pitchFamily="66" charset="-78"/>
                </a:rPr>
                <a:t>1</a:t>
              </a:r>
              <a:endParaRPr lang="en-US" sz="6600" dirty="0">
                <a:cs typeface="Mj_Fares Bold" panose="03000201010305050404" pitchFamily="66" charset="-78"/>
              </a:endParaRPr>
            </a:p>
          </p:txBody>
        </p:sp>
      </p:grpSp>
      <p:grpSp>
        <p:nvGrpSpPr>
          <p:cNvPr id="109" name="Group 108">
            <a:extLst>
              <a:ext uri="{FF2B5EF4-FFF2-40B4-BE49-F238E27FC236}">
                <a16:creationId xmlns:a16="http://schemas.microsoft.com/office/drawing/2014/main" id="{8C006703-ED37-F4F6-6393-C840CB3F7E38}"/>
              </a:ext>
            </a:extLst>
          </p:cNvPr>
          <p:cNvGrpSpPr/>
          <p:nvPr/>
        </p:nvGrpSpPr>
        <p:grpSpPr>
          <a:xfrm>
            <a:off x="4223657" y="7884067"/>
            <a:ext cx="3773714" cy="4274466"/>
            <a:chOff x="4223657" y="2220686"/>
            <a:chExt cx="3773714" cy="4274466"/>
          </a:xfrm>
        </p:grpSpPr>
        <p:sp>
          <p:nvSpPr>
            <p:cNvPr id="110" name="Flowchart: Off-page Connector 109">
              <a:extLst>
                <a:ext uri="{FF2B5EF4-FFF2-40B4-BE49-F238E27FC236}">
                  <a16:creationId xmlns:a16="http://schemas.microsoft.com/office/drawing/2014/main" id="{85AAEED3-C971-BDD5-068B-B69EF7F55F38}"/>
                </a:ext>
              </a:extLst>
            </p:cNvPr>
            <p:cNvSpPr/>
            <p:nvPr/>
          </p:nvSpPr>
          <p:spPr>
            <a:xfrm>
              <a:off x="4223657" y="2220686"/>
              <a:ext cx="3773714" cy="4274466"/>
            </a:xfrm>
            <a:prstGeom prst="flowChartOffpageConnector">
              <a:avLst/>
            </a:prstGeom>
            <a:solidFill>
              <a:srgbClr val="EFD9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Oval 110">
              <a:extLst>
                <a:ext uri="{FF2B5EF4-FFF2-40B4-BE49-F238E27FC236}">
                  <a16:creationId xmlns:a16="http://schemas.microsoft.com/office/drawing/2014/main" id="{E042038B-6C67-0BE0-5BAA-83FC81EDB21A}"/>
                </a:ext>
              </a:extLst>
            </p:cNvPr>
            <p:cNvSpPr/>
            <p:nvPr/>
          </p:nvSpPr>
          <p:spPr>
            <a:xfrm>
              <a:off x="6072317" y="2487642"/>
              <a:ext cx="1647176" cy="1647176"/>
            </a:xfrm>
            <a:prstGeom prst="ellipse">
              <a:avLst/>
            </a:prstGeom>
            <a:blipFill>
              <a:blip r:embed="rId3"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2" name="TextBox 111">
              <a:extLst>
                <a:ext uri="{FF2B5EF4-FFF2-40B4-BE49-F238E27FC236}">
                  <a16:creationId xmlns:a16="http://schemas.microsoft.com/office/drawing/2014/main" id="{701B1B6B-61BA-2E24-611B-90266DBF9B1A}"/>
                </a:ext>
              </a:extLst>
            </p:cNvPr>
            <p:cNvSpPr txBox="1"/>
            <p:nvPr/>
          </p:nvSpPr>
          <p:spPr>
            <a:xfrm>
              <a:off x="4303708" y="4814330"/>
              <a:ext cx="3570096" cy="738664"/>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13" name="TextBox 112">
              <a:extLst>
                <a:ext uri="{FF2B5EF4-FFF2-40B4-BE49-F238E27FC236}">
                  <a16:creationId xmlns:a16="http://schemas.microsoft.com/office/drawing/2014/main" id="{B189E212-59F4-F40B-5CF4-1B3BDE5CCF52}"/>
                </a:ext>
              </a:extLst>
            </p:cNvPr>
            <p:cNvSpPr txBox="1"/>
            <p:nvPr/>
          </p:nvSpPr>
          <p:spPr>
            <a:xfrm>
              <a:off x="4303710" y="4262971"/>
              <a:ext cx="3570094"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114" name="TextBox 113">
              <a:extLst>
                <a:ext uri="{FF2B5EF4-FFF2-40B4-BE49-F238E27FC236}">
                  <a16:creationId xmlns:a16="http://schemas.microsoft.com/office/drawing/2014/main" id="{33C062AC-C0A6-623B-81B4-98FB58A024FD}"/>
                </a:ext>
              </a:extLst>
            </p:cNvPr>
            <p:cNvSpPr txBox="1"/>
            <p:nvPr/>
          </p:nvSpPr>
          <p:spPr>
            <a:xfrm>
              <a:off x="4470133" y="2831683"/>
              <a:ext cx="1471404" cy="1446550"/>
            </a:xfrm>
            <a:prstGeom prst="rect">
              <a:avLst/>
            </a:prstGeom>
            <a:noFill/>
          </p:spPr>
          <p:txBody>
            <a:bodyPr wrap="square" rtlCol="0" anchor="ctr" anchorCtr="0">
              <a:spAutoFit/>
            </a:bodyPr>
            <a:lstStyle/>
            <a:p>
              <a:pPr algn="ctr"/>
              <a:r>
                <a:rPr lang="fa-IR" sz="8800" dirty="0">
                  <a:cs typeface="Mj_Fares Bold" panose="03000201010305050404" pitchFamily="66" charset="-78"/>
                </a:rPr>
                <a:t>2</a:t>
              </a:r>
              <a:endParaRPr lang="en-US" sz="8800" dirty="0">
                <a:cs typeface="Mj_Fares Bold" panose="03000201010305050404" pitchFamily="66" charset="-78"/>
              </a:endParaRPr>
            </a:p>
          </p:txBody>
        </p:sp>
      </p:grpSp>
      <p:grpSp>
        <p:nvGrpSpPr>
          <p:cNvPr id="115" name="Group 114">
            <a:extLst>
              <a:ext uri="{FF2B5EF4-FFF2-40B4-BE49-F238E27FC236}">
                <a16:creationId xmlns:a16="http://schemas.microsoft.com/office/drawing/2014/main" id="{466C8389-82AB-D9AD-465B-9B4031FB6183}"/>
              </a:ext>
            </a:extLst>
          </p:cNvPr>
          <p:cNvGrpSpPr/>
          <p:nvPr/>
        </p:nvGrpSpPr>
        <p:grpSpPr>
          <a:xfrm>
            <a:off x="-3870294" y="2604458"/>
            <a:ext cx="2918022" cy="3621037"/>
            <a:chOff x="967177" y="2874115"/>
            <a:chExt cx="2918022" cy="3621037"/>
          </a:xfrm>
        </p:grpSpPr>
        <p:sp>
          <p:nvSpPr>
            <p:cNvPr id="116" name="Flowchart: Off-page Connector 115">
              <a:extLst>
                <a:ext uri="{FF2B5EF4-FFF2-40B4-BE49-F238E27FC236}">
                  <a16:creationId xmlns:a16="http://schemas.microsoft.com/office/drawing/2014/main" id="{E3820209-5AC0-FE1D-AB13-D0811B071CB7}"/>
                </a:ext>
              </a:extLst>
            </p:cNvPr>
            <p:cNvSpPr/>
            <p:nvPr/>
          </p:nvSpPr>
          <p:spPr>
            <a:xfrm>
              <a:off x="978055" y="2874115"/>
              <a:ext cx="2899872" cy="3621037"/>
            </a:xfrm>
            <a:prstGeom prst="flowChartOffpageConnector">
              <a:avLst/>
            </a:prstGeom>
            <a:solidFill>
              <a:srgbClr val="BBD0CF">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0162B87C-C423-1FFF-8FED-51485266F77E}"/>
                </a:ext>
              </a:extLst>
            </p:cNvPr>
            <p:cNvSpPr/>
            <p:nvPr/>
          </p:nvSpPr>
          <p:spPr>
            <a:xfrm>
              <a:off x="2547208" y="3084433"/>
              <a:ext cx="1193800" cy="1193800"/>
            </a:xfrm>
            <a:prstGeom prst="ellipse">
              <a:avLst/>
            </a:prstGeom>
            <a:blipFill>
              <a:blip r:embed="rId4"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D3C9F08C-C3A8-B477-9A49-3E44E8BA0A65}"/>
                </a:ext>
              </a:extLst>
            </p:cNvPr>
            <p:cNvSpPr txBox="1"/>
            <p:nvPr/>
          </p:nvSpPr>
          <p:spPr>
            <a:xfrm>
              <a:off x="1151393" y="5088476"/>
              <a:ext cx="2567739" cy="523220"/>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19" name="TextBox 118">
              <a:extLst>
                <a:ext uri="{FF2B5EF4-FFF2-40B4-BE49-F238E27FC236}">
                  <a16:creationId xmlns:a16="http://schemas.microsoft.com/office/drawing/2014/main" id="{55F3DF59-A751-5558-16A4-2F2F825FF4B9}"/>
                </a:ext>
              </a:extLst>
            </p:cNvPr>
            <p:cNvSpPr txBox="1"/>
            <p:nvPr/>
          </p:nvSpPr>
          <p:spPr>
            <a:xfrm>
              <a:off x="985328" y="4537118"/>
              <a:ext cx="2899871"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120" name="TextBox 119">
              <a:extLst>
                <a:ext uri="{FF2B5EF4-FFF2-40B4-BE49-F238E27FC236}">
                  <a16:creationId xmlns:a16="http://schemas.microsoft.com/office/drawing/2014/main" id="{A5EF5DAD-12D1-34B5-3AF4-A9C9190E249C}"/>
                </a:ext>
              </a:extLst>
            </p:cNvPr>
            <p:cNvSpPr txBox="1"/>
            <p:nvPr/>
          </p:nvSpPr>
          <p:spPr>
            <a:xfrm>
              <a:off x="967177" y="3209542"/>
              <a:ext cx="1471404" cy="1107996"/>
            </a:xfrm>
            <a:prstGeom prst="rect">
              <a:avLst/>
            </a:prstGeom>
            <a:noFill/>
          </p:spPr>
          <p:txBody>
            <a:bodyPr wrap="square" rtlCol="0" anchor="ctr" anchorCtr="0">
              <a:spAutoFit/>
            </a:bodyPr>
            <a:lstStyle/>
            <a:p>
              <a:pPr algn="ctr"/>
              <a:r>
                <a:rPr lang="fa-IR" sz="6600" dirty="0">
                  <a:cs typeface="Mj_Fares Bold" panose="03000201010305050404" pitchFamily="66" charset="-78"/>
                </a:rPr>
                <a:t>3</a:t>
              </a:r>
              <a:endParaRPr lang="en-US" sz="6600" dirty="0">
                <a:cs typeface="Mj_Fares Bold" panose="03000201010305050404" pitchFamily="66" charset="-78"/>
              </a:endParaRPr>
            </a:p>
          </p:txBody>
        </p:sp>
      </p:grpSp>
      <p:pic>
        <p:nvPicPr>
          <p:cNvPr id="53" name="Graphic 52">
            <a:extLst>
              <a:ext uri="{FF2B5EF4-FFF2-40B4-BE49-F238E27FC236}">
                <a16:creationId xmlns:a16="http://schemas.microsoft.com/office/drawing/2014/main" id="{DFCDCB0F-A994-A60A-FBFC-5EA3030BCF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235191" flipH="1" flipV="1">
            <a:off x="-1277151" y="1104128"/>
            <a:ext cx="2034486" cy="2719675"/>
          </a:xfrm>
          <a:prstGeom prst="rect">
            <a:avLst/>
          </a:prstGeom>
          <a:effectLst>
            <a:outerShdw blurRad="508000" sx="102000" sy="102000" algn="ctr" rotWithShape="0">
              <a:prstClr val="black">
                <a:alpha val="40000"/>
              </a:prstClr>
            </a:outerShdw>
          </a:effectLst>
        </p:spPr>
      </p:pic>
      <p:pic>
        <p:nvPicPr>
          <p:cNvPr id="54" name="Graphic 53">
            <a:extLst>
              <a:ext uri="{FF2B5EF4-FFF2-40B4-BE49-F238E27FC236}">
                <a16:creationId xmlns:a16="http://schemas.microsoft.com/office/drawing/2014/main" id="{F936D6E0-5F98-1DCF-306F-2D07969CC8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11370632" y="1004032"/>
            <a:ext cx="2034486" cy="2719675"/>
          </a:xfrm>
          <a:prstGeom prst="rect">
            <a:avLst/>
          </a:prstGeom>
          <a:effectLst>
            <a:outerShdw blurRad="508000" sx="102000" sy="102000" algn="ctr" rotWithShape="0">
              <a:prstClr val="black">
                <a:alpha val="40000"/>
              </a:prstClr>
            </a:outerShdw>
          </a:effectLst>
        </p:spPr>
      </p:pic>
      <p:sp>
        <p:nvSpPr>
          <p:cNvPr id="58" name="Slide Number Placeholder 57">
            <a:extLst>
              <a:ext uri="{FF2B5EF4-FFF2-40B4-BE49-F238E27FC236}">
                <a16:creationId xmlns:a16="http://schemas.microsoft.com/office/drawing/2014/main" id="{56A87BF3-407C-1221-8545-57FB8582DF4B}"/>
              </a:ext>
            </a:extLst>
          </p:cNvPr>
          <p:cNvSpPr>
            <a:spLocks noGrp="1"/>
          </p:cNvSpPr>
          <p:nvPr>
            <p:ph type="sldNum" sz="quarter" idx="4"/>
          </p:nvPr>
        </p:nvSpPr>
        <p:spPr/>
        <p:txBody>
          <a:bodyPr/>
          <a:lstStyle/>
          <a:p>
            <a:fld id="{0262F45B-057E-45F1-BF75-BEAC56186E37}" type="slidenum">
              <a:rPr lang="en-US" smtClean="0"/>
              <a:pPr/>
              <a:t>26</a:t>
            </a:fld>
            <a:endParaRPr lang="en-US" dirty="0"/>
          </a:p>
        </p:txBody>
      </p:sp>
    </p:spTree>
    <p:extLst>
      <p:ext uri="{BB962C8B-B14F-4D97-AF65-F5344CB8AC3E}">
        <p14:creationId xmlns:p14="http://schemas.microsoft.com/office/powerpoint/2010/main" val="1812372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3" presetClass="entr" presetSubtype="288"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p:cTn id="12" dur="250" fill="hold"/>
                                        <p:tgtEl>
                                          <p:spTgt spid="63"/>
                                        </p:tgtEl>
                                        <p:attrNameLst>
                                          <p:attrName>ppt_w</p:attrName>
                                        </p:attrNameLst>
                                      </p:cBhvr>
                                      <p:tavLst>
                                        <p:tav tm="0">
                                          <p:val>
                                            <p:strVal val="4/3*#ppt_w"/>
                                          </p:val>
                                        </p:tav>
                                        <p:tav tm="100000">
                                          <p:val>
                                            <p:strVal val="#ppt_w"/>
                                          </p:val>
                                        </p:tav>
                                      </p:tavLst>
                                    </p:anim>
                                    <p:anim calcmode="lin" valueType="num">
                                      <p:cBhvr>
                                        <p:cTn id="13" dur="250" fill="hold"/>
                                        <p:tgtEl>
                                          <p:spTgt spid="63"/>
                                        </p:tgtEl>
                                        <p:attrNameLst>
                                          <p:attrName>ppt_h</p:attrName>
                                        </p:attrNameLst>
                                      </p:cBhvr>
                                      <p:tavLst>
                                        <p:tav tm="0">
                                          <p:val>
                                            <p:strVal val="4/3*#ppt_h"/>
                                          </p:val>
                                        </p:tav>
                                        <p:tav tm="100000">
                                          <p:val>
                                            <p:strVal val="#ppt_h"/>
                                          </p:val>
                                        </p:tav>
                                      </p:tavLst>
                                    </p:anim>
                                  </p:childTnLst>
                                </p:cTn>
                              </p:par>
                            </p:childTnLst>
                          </p:cTn>
                        </p:par>
                        <p:par>
                          <p:cTn id="14" fill="hold">
                            <p:stCondLst>
                              <p:cond delay="750"/>
                            </p:stCondLst>
                            <p:childTnLst>
                              <p:par>
                                <p:cTn id="15" presetID="23" presetClass="entr" presetSubtype="288" fill="hold" grpId="0" nodeType="afterEffect">
                                  <p:stCondLst>
                                    <p:cond delay="0"/>
                                  </p:stCondLst>
                                  <p:childTnLst>
                                    <p:set>
                                      <p:cBhvr>
                                        <p:cTn id="16" dur="1" fill="hold">
                                          <p:stCondLst>
                                            <p:cond delay="0"/>
                                          </p:stCondLst>
                                        </p:cTn>
                                        <p:tgtEl>
                                          <p:spTgt spid="64"/>
                                        </p:tgtEl>
                                        <p:attrNameLst>
                                          <p:attrName>style.visibility</p:attrName>
                                        </p:attrNameLst>
                                      </p:cBhvr>
                                      <p:to>
                                        <p:strVal val="visible"/>
                                      </p:to>
                                    </p:set>
                                    <p:anim calcmode="lin" valueType="num">
                                      <p:cBhvr>
                                        <p:cTn id="17" dur="250" fill="hold"/>
                                        <p:tgtEl>
                                          <p:spTgt spid="64"/>
                                        </p:tgtEl>
                                        <p:attrNameLst>
                                          <p:attrName>ppt_w</p:attrName>
                                        </p:attrNameLst>
                                      </p:cBhvr>
                                      <p:tavLst>
                                        <p:tav tm="0">
                                          <p:val>
                                            <p:strVal val="4/3*#ppt_w"/>
                                          </p:val>
                                        </p:tav>
                                        <p:tav tm="100000">
                                          <p:val>
                                            <p:strVal val="#ppt_w"/>
                                          </p:val>
                                        </p:tav>
                                      </p:tavLst>
                                    </p:anim>
                                    <p:anim calcmode="lin" valueType="num">
                                      <p:cBhvr>
                                        <p:cTn id="18" dur="250" fill="hold"/>
                                        <p:tgtEl>
                                          <p:spTgt spid="64"/>
                                        </p:tgtEl>
                                        <p:attrNameLst>
                                          <p:attrName>ppt_h</p:attrName>
                                        </p:attrNameLst>
                                      </p:cBhvr>
                                      <p:tavLst>
                                        <p:tav tm="0">
                                          <p:val>
                                            <p:strVal val="4/3*#ppt_h"/>
                                          </p:val>
                                        </p:tav>
                                        <p:tav tm="100000">
                                          <p:val>
                                            <p:strVal val="#ppt_h"/>
                                          </p:val>
                                        </p:tav>
                                      </p:tavLst>
                                    </p:anim>
                                  </p:childTnLst>
                                </p:cTn>
                              </p:par>
                            </p:childTnLst>
                          </p:cTn>
                        </p:par>
                        <p:par>
                          <p:cTn id="19" fill="hold">
                            <p:stCondLst>
                              <p:cond delay="1000"/>
                            </p:stCondLst>
                            <p:childTnLst>
                              <p:par>
                                <p:cTn id="20" presetID="23" presetClass="entr" presetSubtype="288" fill="hold" grpId="0" nodeType="afterEffect">
                                  <p:stCondLst>
                                    <p:cond delay="0"/>
                                  </p:stCondLst>
                                  <p:childTnLst>
                                    <p:set>
                                      <p:cBhvr>
                                        <p:cTn id="21" dur="1" fill="hold">
                                          <p:stCondLst>
                                            <p:cond delay="0"/>
                                          </p:stCondLst>
                                        </p:cTn>
                                        <p:tgtEl>
                                          <p:spTgt spid="66"/>
                                        </p:tgtEl>
                                        <p:attrNameLst>
                                          <p:attrName>style.visibility</p:attrName>
                                        </p:attrNameLst>
                                      </p:cBhvr>
                                      <p:to>
                                        <p:strVal val="visible"/>
                                      </p:to>
                                    </p:set>
                                    <p:anim calcmode="lin" valueType="num">
                                      <p:cBhvr>
                                        <p:cTn id="22" dur="250" fill="hold"/>
                                        <p:tgtEl>
                                          <p:spTgt spid="66"/>
                                        </p:tgtEl>
                                        <p:attrNameLst>
                                          <p:attrName>ppt_w</p:attrName>
                                        </p:attrNameLst>
                                      </p:cBhvr>
                                      <p:tavLst>
                                        <p:tav tm="0">
                                          <p:val>
                                            <p:strVal val="4/3*#ppt_w"/>
                                          </p:val>
                                        </p:tav>
                                        <p:tav tm="100000">
                                          <p:val>
                                            <p:strVal val="#ppt_w"/>
                                          </p:val>
                                        </p:tav>
                                      </p:tavLst>
                                    </p:anim>
                                    <p:anim calcmode="lin" valueType="num">
                                      <p:cBhvr>
                                        <p:cTn id="23" dur="250" fill="hold"/>
                                        <p:tgtEl>
                                          <p:spTgt spid="66"/>
                                        </p:tgtEl>
                                        <p:attrNameLst>
                                          <p:attrName>ppt_h</p:attrName>
                                        </p:attrNameLst>
                                      </p:cBhvr>
                                      <p:tavLst>
                                        <p:tav tm="0">
                                          <p:val>
                                            <p:strVal val="4/3*#ppt_h"/>
                                          </p:val>
                                        </p:tav>
                                        <p:tav tm="100000">
                                          <p:val>
                                            <p:strVal val="#ppt_h"/>
                                          </p:val>
                                        </p:tav>
                                      </p:tavLst>
                                    </p:anim>
                                  </p:childTnLst>
                                </p:cTn>
                              </p:par>
                            </p:childTnLst>
                          </p:cTn>
                        </p:par>
                        <p:par>
                          <p:cTn id="24" fill="hold">
                            <p:stCondLst>
                              <p:cond delay="1250"/>
                            </p:stCondLst>
                            <p:childTnLst>
                              <p:par>
                                <p:cTn id="25" presetID="23" presetClass="entr" presetSubtype="288" fill="hold" grpId="0" nodeType="afterEffect">
                                  <p:stCondLst>
                                    <p:cond delay="0"/>
                                  </p:stCondLst>
                                  <p:childTnLst>
                                    <p:set>
                                      <p:cBhvr>
                                        <p:cTn id="26" dur="1" fill="hold">
                                          <p:stCondLst>
                                            <p:cond delay="0"/>
                                          </p:stCondLst>
                                        </p:cTn>
                                        <p:tgtEl>
                                          <p:spTgt spid="65"/>
                                        </p:tgtEl>
                                        <p:attrNameLst>
                                          <p:attrName>style.visibility</p:attrName>
                                        </p:attrNameLst>
                                      </p:cBhvr>
                                      <p:to>
                                        <p:strVal val="visible"/>
                                      </p:to>
                                    </p:set>
                                    <p:anim calcmode="lin" valueType="num">
                                      <p:cBhvr>
                                        <p:cTn id="27" dur="250" fill="hold"/>
                                        <p:tgtEl>
                                          <p:spTgt spid="65"/>
                                        </p:tgtEl>
                                        <p:attrNameLst>
                                          <p:attrName>ppt_w</p:attrName>
                                        </p:attrNameLst>
                                      </p:cBhvr>
                                      <p:tavLst>
                                        <p:tav tm="0">
                                          <p:val>
                                            <p:strVal val="4/3*#ppt_w"/>
                                          </p:val>
                                        </p:tav>
                                        <p:tav tm="100000">
                                          <p:val>
                                            <p:strVal val="#ppt_w"/>
                                          </p:val>
                                        </p:tav>
                                      </p:tavLst>
                                    </p:anim>
                                    <p:anim calcmode="lin" valueType="num">
                                      <p:cBhvr>
                                        <p:cTn id="28" dur="250" fill="hold"/>
                                        <p:tgtEl>
                                          <p:spTgt spid="65"/>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P spid="6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BE5044A-3DEF-862B-2FBA-27842A95F07A}"/>
              </a:ext>
            </a:extLst>
          </p:cNvPr>
          <p:cNvSpPr/>
          <p:nvPr/>
        </p:nvSpPr>
        <p:spPr>
          <a:xfrm rot="5400000">
            <a:off x="5518319" y="2061742"/>
            <a:ext cx="1107996" cy="10283254"/>
          </a:xfrm>
          <a:prstGeom prst="roundRect">
            <a:avLst>
              <a:gd name="adj" fmla="val 18567"/>
            </a:avLst>
          </a:prstGeom>
          <a:solidFill>
            <a:srgbClr val="E8F3E1">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27FB0052-53FD-260B-88C3-13061BFA60FF}"/>
              </a:ext>
            </a:extLst>
          </p:cNvPr>
          <p:cNvGrpSpPr/>
          <p:nvPr/>
        </p:nvGrpSpPr>
        <p:grpSpPr>
          <a:xfrm>
            <a:off x="8314073" y="2973445"/>
            <a:ext cx="2899872" cy="3621037"/>
            <a:chOff x="8314073" y="2874115"/>
            <a:chExt cx="2899872" cy="3621037"/>
          </a:xfrm>
        </p:grpSpPr>
        <p:sp>
          <p:nvSpPr>
            <p:cNvPr id="23" name="Flowchart: Off-page Connector 22">
              <a:extLst>
                <a:ext uri="{FF2B5EF4-FFF2-40B4-BE49-F238E27FC236}">
                  <a16:creationId xmlns:a16="http://schemas.microsoft.com/office/drawing/2014/main" id="{2B49DD29-EA9B-15DC-5225-3ACAEA2AC3BD}"/>
                </a:ext>
              </a:extLst>
            </p:cNvPr>
            <p:cNvSpPr/>
            <p:nvPr/>
          </p:nvSpPr>
          <p:spPr>
            <a:xfrm>
              <a:off x="8314073" y="2874115"/>
              <a:ext cx="2899872" cy="3621037"/>
            </a:xfrm>
            <a:prstGeom prst="flowChartOffpageConnector">
              <a:avLst/>
            </a:prstGeom>
            <a:solidFill>
              <a:srgbClr val="CDE1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898FB463-8A21-5DCD-5100-7FD8F20A61AF}"/>
                </a:ext>
              </a:extLst>
            </p:cNvPr>
            <p:cNvSpPr/>
            <p:nvPr/>
          </p:nvSpPr>
          <p:spPr>
            <a:xfrm>
              <a:off x="9894433" y="3084433"/>
              <a:ext cx="1193800" cy="1193800"/>
            </a:xfrm>
            <a:prstGeom prst="ellipse">
              <a:avLst/>
            </a:prstGeom>
            <a:blipFill>
              <a:blip r:embed="rId2"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351CA29-B05C-9800-E5AF-48F443FF34A3}"/>
                </a:ext>
              </a:extLst>
            </p:cNvPr>
            <p:cNvSpPr txBox="1"/>
            <p:nvPr/>
          </p:nvSpPr>
          <p:spPr>
            <a:xfrm>
              <a:off x="8480138" y="5089053"/>
              <a:ext cx="2567739" cy="523220"/>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26" name="TextBox 25">
              <a:extLst>
                <a:ext uri="{FF2B5EF4-FFF2-40B4-BE49-F238E27FC236}">
                  <a16:creationId xmlns:a16="http://schemas.microsoft.com/office/drawing/2014/main" id="{67FBDF6C-A4F3-72C9-6177-9BA9909E32C8}"/>
                </a:ext>
              </a:extLst>
            </p:cNvPr>
            <p:cNvSpPr txBox="1"/>
            <p:nvPr/>
          </p:nvSpPr>
          <p:spPr>
            <a:xfrm>
              <a:off x="8314073" y="4537695"/>
              <a:ext cx="2899871"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40" name="TextBox 39">
              <a:extLst>
                <a:ext uri="{FF2B5EF4-FFF2-40B4-BE49-F238E27FC236}">
                  <a16:creationId xmlns:a16="http://schemas.microsoft.com/office/drawing/2014/main" id="{40F070FF-F758-6BD0-E119-1397CBCE40DD}"/>
                </a:ext>
              </a:extLst>
            </p:cNvPr>
            <p:cNvSpPr txBox="1"/>
            <p:nvPr/>
          </p:nvSpPr>
          <p:spPr>
            <a:xfrm>
              <a:off x="8463690" y="3311230"/>
              <a:ext cx="1471404" cy="1107996"/>
            </a:xfrm>
            <a:prstGeom prst="rect">
              <a:avLst/>
            </a:prstGeom>
            <a:noFill/>
          </p:spPr>
          <p:txBody>
            <a:bodyPr wrap="square" rtlCol="0" anchor="ctr" anchorCtr="0">
              <a:spAutoFit/>
            </a:bodyPr>
            <a:lstStyle/>
            <a:p>
              <a:pPr algn="ctr"/>
              <a:r>
                <a:rPr lang="fa-IR" sz="6600" dirty="0">
                  <a:cs typeface="Mj_Fares Bold" panose="03000201010305050404" pitchFamily="66" charset="-78"/>
                </a:rPr>
                <a:t>1</a:t>
              </a:r>
              <a:endParaRPr lang="en-US" sz="6600" dirty="0">
                <a:cs typeface="Mj_Fares Bold" panose="03000201010305050404" pitchFamily="66" charset="-78"/>
              </a:endParaRPr>
            </a:p>
          </p:txBody>
        </p:sp>
      </p:grpSp>
      <p:grpSp>
        <p:nvGrpSpPr>
          <p:cNvPr id="4" name="Group 3">
            <a:extLst>
              <a:ext uri="{FF2B5EF4-FFF2-40B4-BE49-F238E27FC236}">
                <a16:creationId xmlns:a16="http://schemas.microsoft.com/office/drawing/2014/main" id="{40BBE4F7-B674-F7C5-663D-79235C8982F9}"/>
              </a:ext>
            </a:extLst>
          </p:cNvPr>
          <p:cNvGrpSpPr/>
          <p:nvPr/>
        </p:nvGrpSpPr>
        <p:grpSpPr>
          <a:xfrm>
            <a:off x="4223657" y="2351313"/>
            <a:ext cx="3773714" cy="4274466"/>
            <a:chOff x="4223657" y="2220686"/>
            <a:chExt cx="3773714" cy="4274466"/>
          </a:xfrm>
        </p:grpSpPr>
        <p:sp>
          <p:nvSpPr>
            <p:cNvPr id="28" name="Flowchart: Off-page Connector 27">
              <a:extLst>
                <a:ext uri="{FF2B5EF4-FFF2-40B4-BE49-F238E27FC236}">
                  <a16:creationId xmlns:a16="http://schemas.microsoft.com/office/drawing/2014/main" id="{9D70747B-0EED-BFF6-C8CE-736740F2BB9E}"/>
                </a:ext>
              </a:extLst>
            </p:cNvPr>
            <p:cNvSpPr/>
            <p:nvPr/>
          </p:nvSpPr>
          <p:spPr>
            <a:xfrm>
              <a:off x="4223657" y="2220686"/>
              <a:ext cx="3773714" cy="4274466"/>
            </a:xfrm>
            <a:prstGeom prst="flowChartOffpageConnector">
              <a:avLst/>
            </a:prstGeom>
            <a:solidFill>
              <a:srgbClr val="EFD9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Oval 28">
              <a:extLst>
                <a:ext uri="{FF2B5EF4-FFF2-40B4-BE49-F238E27FC236}">
                  <a16:creationId xmlns:a16="http://schemas.microsoft.com/office/drawing/2014/main" id="{57EA2317-C9C9-73B6-3977-AE25FB942271}"/>
                </a:ext>
              </a:extLst>
            </p:cNvPr>
            <p:cNvSpPr/>
            <p:nvPr/>
          </p:nvSpPr>
          <p:spPr>
            <a:xfrm>
              <a:off x="6072317" y="2487642"/>
              <a:ext cx="1647176" cy="1647176"/>
            </a:xfrm>
            <a:prstGeom prst="ellipse">
              <a:avLst/>
            </a:prstGeom>
            <a:blipFill>
              <a:blip r:embed="rId3"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TextBox 29">
              <a:extLst>
                <a:ext uri="{FF2B5EF4-FFF2-40B4-BE49-F238E27FC236}">
                  <a16:creationId xmlns:a16="http://schemas.microsoft.com/office/drawing/2014/main" id="{4385D39F-1BA9-4DA1-D3D0-84A003B0739B}"/>
                </a:ext>
              </a:extLst>
            </p:cNvPr>
            <p:cNvSpPr txBox="1"/>
            <p:nvPr/>
          </p:nvSpPr>
          <p:spPr>
            <a:xfrm>
              <a:off x="4303708" y="4814330"/>
              <a:ext cx="3570096" cy="738664"/>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31" name="TextBox 30">
              <a:extLst>
                <a:ext uri="{FF2B5EF4-FFF2-40B4-BE49-F238E27FC236}">
                  <a16:creationId xmlns:a16="http://schemas.microsoft.com/office/drawing/2014/main" id="{2E8EE215-A1C8-34D3-64FA-468C49BC185B}"/>
                </a:ext>
              </a:extLst>
            </p:cNvPr>
            <p:cNvSpPr txBox="1"/>
            <p:nvPr/>
          </p:nvSpPr>
          <p:spPr>
            <a:xfrm>
              <a:off x="4303710" y="4262971"/>
              <a:ext cx="3570094"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41" name="TextBox 40">
              <a:extLst>
                <a:ext uri="{FF2B5EF4-FFF2-40B4-BE49-F238E27FC236}">
                  <a16:creationId xmlns:a16="http://schemas.microsoft.com/office/drawing/2014/main" id="{DD183D3D-9CE7-E8AF-9AD9-C57BC15E6E4E}"/>
                </a:ext>
              </a:extLst>
            </p:cNvPr>
            <p:cNvSpPr txBox="1"/>
            <p:nvPr/>
          </p:nvSpPr>
          <p:spPr>
            <a:xfrm>
              <a:off x="4470133" y="2831683"/>
              <a:ext cx="1471404" cy="1446550"/>
            </a:xfrm>
            <a:prstGeom prst="rect">
              <a:avLst/>
            </a:prstGeom>
            <a:noFill/>
          </p:spPr>
          <p:txBody>
            <a:bodyPr wrap="square" rtlCol="0" anchor="ctr" anchorCtr="0">
              <a:spAutoFit/>
            </a:bodyPr>
            <a:lstStyle/>
            <a:p>
              <a:pPr algn="ctr"/>
              <a:r>
                <a:rPr lang="fa-IR" sz="8800" dirty="0">
                  <a:cs typeface="Mj_Fares Bold" panose="03000201010305050404" pitchFamily="66" charset="-78"/>
                </a:rPr>
                <a:t>2</a:t>
              </a:r>
              <a:endParaRPr lang="en-US" sz="8800" dirty="0">
                <a:cs typeface="Mj_Fares Bold" panose="03000201010305050404" pitchFamily="66" charset="-78"/>
              </a:endParaRPr>
            </a:p>
          </p:txBody>
        </p:sp>
      </p:grpSp>
      <p:grpSp>
        <p:nvGrpSpPr>
          <p:cNvPr id="6" name="Group 5">
            <a:extLst>
              <a:ext uri="{FF2B5EF4-FFF2-40B4-BE49-F238E27FC236}">
                <a16:creationId xmlns:a16="http://schemas.microsoft.com/office/drawing/2014/main" id="{9A4F53B0-8397-2EBD-3E85-855D0744AD64}"/>
              </a:ext>
            </a:extLst>
          </p:cNvPr>
          <p:cNvGrpSpPr/>
          <p:nvPr/>
        </p:nvGrpSpPr>
        <p:grpSpPr>
          <a:xfrm>
            <a:off x="967177" y="2973445"/>
            <a:ext cx="2918022" cy="3621037"/>
            <a:chOff x="967177" y="2874115"/>
            <a:chExt cx="2918022" cy="3621037"/>
          </a:xfrm>
        </p:grpSpPr>
        <p:sp>
          <p:nvSpPr>
            <p:cNvPr id="33" name="Flowchart: Off-page Connector 32">
              <a:extLst>
                <a:ext uri="{FF2B5EF4-FFF2-40B4-BE49-F238E27FC236}">
                  <a16:creationId xmlns:a16="http://schemas.microsoft.com/office/drawing/2014/main" id="{053E7B69-EB72-65AF-D457-445E34034947}"/>
                </a:ext>
              </a:extLst>
            </p:cNvPr>
            <p:cNvSpPr/>
            <p:nvPr/>
          </p:nvSpPr>
          <p:spPr>
            <a:xfrm>
              <a:off x="978055" y="2874115"/>
              <a:ext cx="2899872" cy="3621037"/>
            </a:xfrm>
            <a:prstGeom prst="flowChartOffpageConnector">
              <a:avLst/>
            </a:prstGeom>
            <a:solidFill>
              <a:srgbClr val="BBD0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9F14A1C8-51F1-A119-5FC1-4466714C8E9C}"/>
                </a:ext>
              </a:extLst>
            </p:cNvPr>
            <p:cNvSpPr/>
            <p:nvPr/>
          </p:nvSpPr>
          <p:spPr>
            <a:xfrm>
              <a:off x="2547208" y="3084433"/>
              <a:ext cx="1193800" cy="1193800"/>
            </a:xfrm>
            <a:prstGeom prst="ellipse">
              <a:avLst/>
            </a:prstGeom>
            <a:blipFill>
              <a:blip r:embed="rId4" cstate="print">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03C5F21-8831-48D7-687B-7CDD899AC634}"/>
                </a:ext>
              </a:extLst>
            </p:cNvPr>
            <p:cNvSpPr txBox="1"/>
            <p:nvPr/>
          </p:nvSpPr>
          <p:spPr>
            <a:xfrm>
              <a:off x="1151393" y="5088476"/>
              <a:ext cx="2567739" cy="523220"/>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36" name="TextBox 35">
              <a:extLst>
                <a:ext uri="{FF2B5EF4-FFF2-40B4-BE49-F238E27FC236}">
                  <a16:creationId xmlns:a16="http://schemas.microsoft.com/office/drawing/2014/main" id="{D8A8B365-7B1D-7105-421D-FA1A9EFA0CF9}"/>
                </a:ext>
              </a:extLst>
            </p:cNvPr>
            <p:cNvSpPr txBox="1"/>
            <p:nvPr/>
          </p:nvSpPr>
          <p:spPr>
            <a:xfrm>
              <a:off x="985328" y="4537118"/>
              <a:ext cx="2899871" cy="461665"/>
            </a:xfrm>
            <a:prstGeom prst="rect">
              <a:avLst/>
            </a:prstGeom>
            <a:noFill/>
          </p:spPr>
          <p:txBody>
            <a:bodyPr wrap="square" rtlCol="0">
              <a:spAutoFit/>
            </a:bodyPr>
            <a:lstStyle/>
            <a:p>
              <a:pPr algn="ctr" rtl="1"/>
              <a:r>
                <a:rPr lang="fa-IR" sz="2400" dirty="0">
                  <a:cs typeface="B Titr" panose="00000700000000000000" pitchFamily="2" charset="-78"/>
                </a:rPr>
                <a:t>عنوان را اینجا بنویسید</a:t>
              </a:r>
              <a:endParaRPr lang="en-US" sz="2400" dirty="0">
                <a:cs typeface="B Titr" panose="00000700000000000000" pitchFamily="2" charset="-78"/>
              </a:endParaRPr>
            </a:p>
          </p:txBody>
        </p:sp>
        <p:sp>
          <p:nvSpPr>
            <p:cNvPr id="42" name="TextBox 41">
              <a:extLst>
                <a:ext uri="{FF2B5EF4-FFF2-40B4-BE49-F238E27FC236}">
                  <a16:creationId xmlns:a16="http://schemas.microsoft.com/office/drawing/2014/main" id="{E3E3A2B3-492E-2330-4517-7BB0A75851C9}"/>
                </a:ext>
              </a:extLst>
            </p:cNvPr>
            <p:cNvSpPr txBox="1"/>
            <p:nvPr/>
          </p:nvSpPr>
          <p:spPr>
            <a:xfrm>
              <a:off x="967177" y="3209542"/>
              <a:ext cx="1471404" cy="1107996"/>
            </a:xfrm>
            <a:prstGeom prst="rect">
              <a:avLst/>
            </a:prstGeom>
            <a:noFill/>
          </p:spPr>
          <p:txBody>
            <a:bodyPr wrap="square" rtlCol="0" anchor="ctr" anchorCtr="0">
              <a:spAutoFit/>
            </a:bodyPr>
            <a:lstStyle/>
            <a:p>
              <a:pPr algn="ctr"/>
              <a:r>
                <a:rPr lang="fa-IR" sz="6600" dirty="0">
                  <a:cs typeface="Mj_Fares Bold" panose="03000201010305050404" pitchFamily="66" charset="-78"/>
                </a:rPr>
                <a:t>3</a:t>
              </a:r>
              <a:endParaRPr lang="en-US" sz="6600" dirty="0">
                <a:cs typeface="Mj_Fares Bold" panose="03000201010305050404" pitchFamily="66" charset="-78"/>
              </a:endParaRPr>
            </a:p>
          </p:txBody>
        </p:sp>
      </p:grpSp>
      <p:sp>
        <p:nvSpPr>
          <p:cNvPr id="2" name="TextBox 1">
            <a:extLst>
              <a:ext uri="{FF2B5EF4-FFF2-40B4-BE49-F238E27FC236}">
                <a16:creationId xmlns:a16="http://schemas.microsoft.com/office/drawing/2014/main" id="{41F67437-A905-DE21-B37B-5A9923568035}"/>
              </a:ext>
            </a:extLst>
          </p:cNvPr>
          <p:cNvSpPr txBox="1"/>
          <p:nvPr/>
        </p:nvSpPr>
        <p:spPr>
          <a:xfrm>
            <a:off x="3002761" y="553928"/>
            <a:ext cx="6186480" cy="707886"/>
          </a:xfrm>
          <a:prstGeom prst="rect">
            <a:avLst/>
          </a:prstGeom>
          <a:noFill/>
        </p:spPr>
        <p:txBody>
          <a:bodyPr wrap="square" rtlCol="0">
            <a:spAutoFit/>
          </a:bodyPr>
          <a:lstStyle/>
          <a:p>
            <a:pPr algn="ct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3" name="TextBox 2">
            <a:extLst>
              <a:ext uri="{FF2B5EF4-FFF2-40B4-BE49-F238E27FC236}">
                <a16:creationId xmlns:a16="http://schemas.microsoft.com/office/drawing/2014/main" id="{8E8C9A28-1E65-F450-4DDD-A64C995BE18F}"/>
              </a:ext>
            </a:extLst>
          </p:cNvPr>
          <p:cNvSpPr txBox="1"/>
          <p:nvPr/>
        </p:nvSpPr>
        <p:spPr>
          <a:xfrm>
            <a:off x="3002761" y="1270885"/>
            <a:ext cx="6186480" cy="400110"/>
          </a:xfrm>
          <a:prstGeom prst="rect">
            <a:avLst/>
          </a:prstGeom>
          <a:noFill/>
        </p:spPr>
        <p:txBody>
          <a:bodyPr wrap="square" rtlCol="0">
            <a:spAutoFit/>
          </a:bodyPr>
          <a:lstStyle/>
          <a:p>
            <a:pPr algn="ct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pic>
        <p:nvPicPr>
          <p:cNvPr id="21" name="Graphic 20">
            <a:extLst>
              <a:ext uri="{FF2B5EF4-FFF2-40B4-BE49-F238E27FC236}">
                <a16:creationId xmlns:a16="http://schemas.microsoft.com/office/drawing/2014/main" id="{94BF7569-BDFA-34FF-D62D-34530F9BA3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09502" flipH="1" flipV="1">
            <a:off x="-1127693" y="5844855"/>
            <a:ext cx="2275721" cy="3042155"/>
          </a:xfrm>
          <a:prstGeom prst="rect">
            <a:avLst/>
          </a:prstGeom>
          <a:effectLst>
            <a:outerShdw blurRad="508000" sx="102000" sy="102000" algn="ctr" rotWithShape="0">
              <a:prstClr val="black">
                <a:alpha val="40000"/>
              </a:prstClr>
            </a:outerShdw>
          </a:effectLst>
        </p:spPr>
      </p:pic>
      <p:pic>
        <p:nvPicPr>
          <p:cNvPr id="27" name="Graphic 26">
            <a:extLst>
              <a:ext uri="{FF2B5EF4-FFF2-40B4-BE49-F238E27FC236}">
                <a16:creationId xmlns:a16="http://schemas.microsoft.com/office/drawing/2014/main" id="{5B575398-A992-2961-E5A8-F8824B3C7A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6639994" flipV="1">
            <a:off x="10980982" y="5881690"/>
            <a:ext cx="2275721" cy="3042155"/>
          </a:xfrm>
          <a:prstGeom prst="rect">
            <a:avLst/>
          </a:prstGeom>
          <a:effectLst>
            <a:outerShdw blurRad="508000" sx="102000" sy="102000" algn="ctr" rotWithShape="0">
              <a:prstClr val="black">
                <a:alpha val="40000"/>
              </a:prstClr>
            </a:outerShdw>
          </a:effectLst>
        </p:spPr>
      </p:pic>
      <p:sp>
        <p:nvSpPr>
          <p:cNvPr id="39" name="Slide Number Placeholder 38">
            <a:extLst>
              <a:ext uri="{FF2B5EF4-FFF2-40B4-BE49-F238E27FC236}">
                <a16:creationId xmlns:a16="http://schemas.microsoft.com/office/drawing/2014/main" id="{C58A0FA6-0900-A84F-F872-17CC69129290}"/>
              </a:ext>
            </a:extLst>
          </p:cNvPr>
          <p:cNvSpPr>
            <a:spLocks noGrp="1"/>
          </p:cNvSpPr>
          <p:nvPr>
            <p:ph type="sldNum" sz="quarter" idx="4"/>
          </p:nvPr>
        </p:nvSpPr>
        <p:spPr/>
        <p:txBody>
          <a:bodyPr/>
          <a:lstStyle/>
          <a:p>
            <a:fld id="{0262F45B-057E-45F1-BF75-BEAC56186E37}" type="slidenum">
              <a:rPr lang="en-US" smtClean="0"/>
              <a:pPr/>
              <a:t>27</a:t>
            </a:fld>
            <a:endParaRPr lang="en-US" dirty="0"/>
          </a:p>
        </p:txBody>
      </p:sp>
    </p:spTree>
    <p:extLst>
      <p:ext uri="{BB962C8B-B14F-4D97-AF65-F5344CB8AC3E}">
        <p14:creationId xmlns:p14="http://schemas.microsoft.com/office/powerpoint/2010/main" val="1044220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31FE6FB-FC84-8C9D-73A3-A42789CE3E6F}"/>
              </a:ext>
            </a:extLst>
          </p:cNvPr>
          <p:cNvSpPr/>
          <p:nvPr/>
        </p:nvSpPr>
        <p:spPr>
          <a:xfrm rot="5400000">
            <a:off x="10055986" y="1881283"/>
            <a:ext cx="3238912" cy="736602"/>
          </a:xfrm>
          <a:prstGeom prst="roundRect">
            <a:avLst>
              <a:gd name="adj" fmla="val 21103"/>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221D2661-8D07-7B41-78BC-194505ED026B}"/>
              </a:ext>
            </a:extLst>
          </p:cNvPr>
          <p:cNvGraphicFramePr/>
          <p:nvPr>
            <p:extLst>
              <p:ext uri="{D42A27DB-BD31-4B8C-83A1-F6EECF244321}">
                <p14:modId xmlns:p14="http://schemas.microsoft.com/office/powerpoint/2010/main" val="246405496"/>
              </p:ext>
            </p:extLst>
          </p:nvPr>
        </p:nvGraphicFramePr>
        <p:xfrm>
          <a:off x="736600" y="2396069"/>
          <a:ext cx="6197600" cy="4004734"/>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71DBD8DE-3ADB-2CA9-4B92-EA6556A2949D}"/>
              </a:ext>
            </a:extLst>
          </p:cNvPr>
          <p:cNvSpPr txBox="1"/>
          <p:nvPr/>
        </p:nvSpPr>
        <p:spPr>
          <a:xfrm>
            <a:off x="747720" y="630128"/>
            <a:ext cx="6186480" cy="707886"/>
          </a:xfrm>
          <a:prstGeom prst="rect">
            <a:avLst/>
          </a:prstGeom>
          <a:noFill/>
        </p:spPr>
        <p:txBody>
          <a:bodyPr wrap="square" rtlCol="0">
            <a:spAutoFit/>
          </a:bodyPr>
          <a:lstStyle/>
          <a:p>
            <a:pPr algn="r" rtl="1"/>
            <a:r>
              <a:rPr lang="fa-IR" sz="4000" dirty="0">
                <a:cs typeface="B Titr" panose="00000700000000000000" pitchFamily="2" charset="-78"/>
              </a:rPr>
              <a:t>عنوان اسلاید را اینجا بنویسید</a:t>
            </a:r>
            <a:endParaRPr lang="en-US" sz="4000" dirty="0">
              <a:cs typeface="B Titr" panose="00000700000000000000" pitchFamily="2" charset="-78"/>
            </a:endParaRPr>
          </a:p>
        </p:txBody>
      </p:sp>
      <p:sp>
        <p:nvSpPr>
          <p:cNvPr id="7" name="TextBox 6">
            <a:extLst>
              <a:ext uri="{FF2B5EF4-FFF2-40B4-BE49-F238E27FC236}">
                <a16:creationId xmlns:a16="http://schemas.microsoft.com/office/drawing/2014/main" id="{09698835-EC3E-FB90-7389-3CB7F4682058}"/>
              </a:ext>
            </a:extLst>
          </p:cNvPr>
          <p:cNvSpPr txBox="1"/>
          <p:nvPr/>
        </p:nvSpPr>
        <p:spPr>
          <a:xfrm>
            <a:off x="747720" y="1347085"/>
            <a:ext cx="6186480" cy="400110"/>
          </a:xfrm>
          <a:prstGeom prst="rect">
            <a:avLst/>
          </a:prstGeom>
          <a:noFill/>
        </p:spPr>
        <p:txBody>
          <a:bodyPr wrap="square" rtlCol="0">
            <a:spAutoFit/>
          </a:bodyPr>
          <a:lstStyle/>
          <a:p>
            <a:pPr algn="r" rtl="1"/>
            <a:r>
              <a:rPr lang="fa-IR" sz="2000" dirty="0">
                <a:cs typeface="B Titr" panose="00000700000000000000" pitchFamily="2" charset="-78"/>
              </a:rPr>
              <a:t>عنوان دوم را اینجا بنویسید</a:t>
            </a:r>
            <a:endParaRPr lang="en-US" sz="2000" dirty="0">
              <a:cs typeface="B Titr" panose="00000700000000000000" pitchFamily="2" charset="-78"/>
            </a:endParaRPr>
          </a:p>
        </p:txBody>
      </p:sp>
      <p:sp>
        <p:nvSpPr>
          <p:cNvPr id="10" name="TextBox 9">
            <a:extLst>
              <a:ext uri="{FF2B5EF4-FFF2-40B4-BE49-F238E27FC236}">
                <a16:creationId xmlns:a16="http://schemas.microsoft.com/office/drawing/2014/main" id="{B8F4937B-0AC3-7FB9-7262-3B967F3A17A5}"/>
              </a:ext>
            </a:extLst>
          </p:cNvPr>
          <p:cNvSpPr txBox="1"/>
          <p:nvPr/>
        </p:nvSpPr>
        <p:spPr>
          <a:xfrm>
            <a:off x="7460344" y="916198"/>
            <a:ext cx="3846798" cy="584775"/>
          </a:xfrm>
          <a:prstGeom prst="rect">
            <a:avLst/>
          </a:prstGeom>
          <a:noFill/>
        </p:spPr>
        <p:txBody>
          <a:bodyPr wrap="square" rtlCol="0">
            <a:spAutoFit/>
          </a:bodyPr>
          <a:lstStyle/>
          <a:p>
            <a:pPr algn="just" rtl="1"/>
            <a:r>
              <a:rPr lang="fa-IR" sz="1600" dirty="0">
                <a:latin typeface="IRAN(FaNum)" panose="020B0606030804020204" pitchFamily="34" charset="-78"/>
                <a:cs typeface="IRAN(FaNum)" panose="020B0606030804020204" pitchFamily="34" charset="-78"/>
              </a:rPr>
              <a:t>زمان مورد نیازلورم ایپسوم متن ساختگی اساسا مورد استفاده قرار گیرد.</a:t>
            </a:r>
            <a:endParaRPr lang="en-US" sz="1600" dirty="0">
              <a:latin typeface="IRAN(FaNum)" panose="020B0606030804020204" pitchFamily="34" charset="-78"/>
              <a:cs typeface="IRAN(FaNum)" panose="020B0606030804020204" pitchFamily="34" charset="-78"/>
            </a:endParaRPr>
          </a:p>
        </p:txBody>
      </p:sp>
      <p:sp>
        <p:nvSpPr>
          <p:cNvPr id="27" name="Freeform: Shape 26">
            <a:extLst>
              <a:ext uri="{FF2B5EF4-FFF2-40B4-BE49-F238E27FC236}">
                <a16:creationId xmlns:a16="http://schemas.microsoft.com/office/drawing/2014/main" id="{E02F4966-FCBB-6275-AA54-F386B48DFAEC}"/>
              </a:ext>
            </a:extLst>
          </p:cNvPr>
          <p:cNvSpPr/>
          <p:nvPr/>
        </p:nvSpPr>
        <p:spPr>
          <a:xfrm rot="16200000">
            <a:off x="11440492" y="962683"/>
            <a:ext cx="456147" cy="456147"/>
          </a:xfrm>
          <a:custGeom>
            <a:avLst/>
            <a:gdLst>
              <a:gd name="connsiteX0" fmla="*/ 381070 w 456147"/>
              <a:gd name="connsiteY0" fmla="*/ 369051 h 456147"/>
              <a:gd name="connsiteX1" fmla="*/ 199486 w 456147"/>
              <a:gd name="connsiteY1" fmla="*/ 156052 h 456147"/>
              <a:gd name="connsiteX2" fmla="*/ 268442 w 456147"/>
              <a:gd name="connsiteY2" fmla="*/ 97266 h 456147"/>
              <a:gd name="connsiteX3" fmla="*/ 209656 w 456147"/>
              <a:gd name="connsiteY3" fmla="*/ 28310 h 456147"/>
              <a:gd name="connsiteX4" fmla="*/ 71745 w 456147"/>
              <a:gd name="connsiteY4" fmla="*/ 145881 h 456147"/>
              <a:gd name="connsiteX5" fmla="*/ 312115 w 456147"/>
              <a:gd name="connsiteY5" fmla="*/ 427836 h 456147"/>
              <a:gd name="connsiteX6" fmla="*/ 456147 w 456147"/>
              <a:gd name="connsiteY6" fmla="*/ 84693 h 456147"/>
              <a:gd name="connsiteX7" fmla="*/ 456147 w 456147"/>
              <a:gd name="connsiteY7" fmla="*/ 371454 h 456147"/>
              <a:gd name="connsiteX8" fmla="*/ 371454 w 456147"/>
              <a:gd name="connsiteY8" fmla="*/ 456147 h 456147"/>
              <a:gd name="connsiteX9" fmla="*/ 84693 w 456147"/>
              <a:gd name="connsiteY9" fmla="*/ 456147 h 456147"/>
              <a:gd name="connsiteX10" fmla="*/ 0 w 456147"/>
              <a:gd name="connsiteY10" fmla="*/ 371454 h 456147"/>
              <a:gd name="connsiteX11" fmla="*/ 0 w 456147"/>
              <a:gd name="connsiteY11" fmla="*/ 84693 h 456147"/>
              <a:gd name="connsiteX12" fmla="*/ 84693 w 456147"/>
              <a:gd name="connsiteY12" fmla="*/ 0 h 456147"/>
              <a:gd name="connsiteX13" fmla="*/ 371454 w 456147"/>
              <a:gd name="connsiteY13" fmla="*/ 0 h 456147"/>
              <a:gd name="connsiteX14" fmla="*/ 456147 w 456147"/>
              <a:gd name="connsiteY14" fmla="*/ 84693 h 45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6147" h="456147">
                <a:moveTo>
                  <a:pt x="381070" y="369051"/>
                </a:moveTo>
                <a:lnTo>
                  <a:pt x="199486" y="156052"/>
                </a:lnTo>
                <a:lnTo>
                  <a:pt x="268442" y="97266"/>
                </a:lnTo>
                <a:lnTo>
                  <a:pt x="209656" y="28310"/>
                </a:lnTo>
                <a:lnTo>
                  <a:pt x="71745" y="145881"/>
                </a:lnTo>
                <a:lnTo>
                  <a:pt x="312115" y="427836"/>
                </a:lnTo>
                <a:close/>
                <a:moveTo>
                  <a:pt x="456147" y="84693"/>
                </a:moveTo>
                <a:lnTo>
                  <a:pt x="456147" y="371454"/>
                </a:lnTo>
                <a:cubicBezTo>
                  <a:pt x="456147" y="418229"/>
                  <a:pt x="418229" y="456147"/>
                  <a:pt x="371454" y="456147"/>
                </a:cubicBezTo>
                <a:lnTo>
                  <a:pt x="84693" y="456147"/>
                </a:lnTo>
                <a:cubicBezTo>
                  <a:pt x="37918" y="456147"/>
                  <a:pt x="0" y="418229"/>
                  <a:pt x="0" y="371454"/>
                </a:cubicBezTo>
                <a:lnTo>
                  <a:pt x="0" y="84693"/>
                </a:lnTo>
                <a:cubicBezTo>
                  <a:pt x="0" y="37918"/>
                  <a:pt x="37918" y="0"/>
                  <a:pt x="84693" y="0"/>
                </a:cubicBezTo>
                <a:lnTo>
                  <a:pt x="371454" y="0"/>
                </a:lnTo>
                <a:cubicBezTo>
                  <a:pt x="418229" y="0"/>
                  <a:pt x="456147" y="37918"/>
                  <a:pt x="456147" y="84693"/>
                </a:cubicBezTo>
                <a:close/>
              </a:path>
            </a:pathLst>
          </a:custGeom>
          <a:solidFill>
            <a:srgbClr val="84B6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TextBox 29">
            <a:extLst>
              <a:ext uri="{FF2B5EF4-FFF2-40B4-BE49-F238E27FC236}">
                <a16:creationId xmlns:a16="http://schemas.microsoft.com/office/drawing/2014/main" id="{DE41409E-47A0-8B5D-8A54-E1064B9ECCD1}"/>
              </a:ext>
            </a:extLst>
          </p:cNvPr>
          <p:cNvSpPr txBox="1"/>
          <p:nvPr/>
        </p:nvSpPr>
        <p:spPr>
          <a:xfrm>
            <a:off x="7460344" y="1975907"/>
            <a:ext cx="3846798" cy="584775"/>
          </a:xfrm>
          <a:prstGeom prst="rect">
            <a:avLst/>
          </a:prstGeom>
          <a:noFill/>
        </p:spPr>
        <p:txBody>
          <a:bodyPr wrap="square" rtlCol="0">
            <a:spAutoFit/>
          </a:bodyPr>
          <a:lstStyle/>
          <a:p>
            <a:pPr algn="just" rtl="1"/>
            <a:r>
              <a:rPr lang="fa-IR" sz="1600" dirty="0">
                <a:latin typeface="IRAN(FaNum)" panose="020B0606030804020204" pitchFamily="34" charset="-78"/>
                <a:cs typeface="IRAN(FaNum)" panose="020B0606030804020204" pitchFamily="34" charset="-78"/>
              </a:rPr>
              <a:t>زمان مورد نیازلورم ایپسوم متن ساختگی اساسا مورد استفاده قرار گیرد.</a:t>
            </a:r>
            <a:endParaRPr lang="en-US" sz="1600" dirty="0">
              <a:latin typeface="IRAN(FaNum)" panose="020B0606030804020204" pitchFamily="34" charset="-78"/>
              <a:cs typeface="IRAN(FaNum)" panose="020B0606030804020204" pitchFamily="34" charset="-78"/>
            </a:endParaRPr>
          </a:p>
        </p:txBody>
      </p:sp>
      <p:sp>
        <p:nvSpPr>
          <p:cNvPr id="31" name="Freeform: Shape 30">
            <a:extLst>
              <a:ext uri="{FF2B5EF4-FFF2-40B4-BE49-F238E27FC236}">
                <a16:creationId xmlns:a16="http://schemas.microsoft.com/office/drawing/2014/main" id="{8CD79211-6664-AFCF-13A8-6700669EE31D}"/>
              </a:ext>
            </a:extLst>
          </p:cNvPr>
          <p:cNvSpPr/>
          <p:nvPr/>
        </p:nvSpPr>
        <p:spPr>
          <a:xfrm rot="16200000">
            <a:off x="11440492" y="2022392"/>
            <a:ext cx="456147" cy="456147"/>
          </a:xfrm>
          <a:custGeom>
            <a:avLst/>
            <a:gdLst>
              <a:gd name="connsiteX0" fmla="*/ 381070 w 456147"/>
              <a:gd name="connsiteY0" fmla="*/ 369051 h 456147"/>
              <a:gd name="connsiteX1" fmla="*/ 199486 w 456147"/>
              <a:gd name="connsiteY1" fmla="*/ 156052 h 456147"/>
              <a:gd name="connsiteX2" fmla="*/ 268442 w 456147"/>
              <a:gd name="connsiteY2" fmla="*/ 97266 h 456147"/>
              <a:gd name="connsiteX3" fmla="*/ 209656 w 456147"/>
              <a:gd name="connsiteY3" fmla="*/ 28310 h 456147"/>
              <a:gd name="connsiteX4" fmla="*/ 71745 w 456147"/>
              <a:gd name="connsiteY4" fmla="*/ 145881 h 456147"/>
              <a:gd name="connsiteX5" fmla="*/ 312115 w 456147"/>
              <a:gd name="connsiteY5" fmla="*/ 427836 h 456147"/>
              <a:gd name="connsiteX6" fmla="*/ 456147 w 456147"/>
              <a:gd name="connsiteY6" fmla="*/ 84693 h 456147"/>
              <a:gd name="connsiteX7" fmla="*/ 456147 w 456147"/>
              <a:gd name="connsiteY7" fmla="*/ 371454 h 456147"/>
              <a:gd name="connsiteX8" fmla="*/ 371454 w 456147"/>
              <a:gd name="connsiteY8" fmla="*/ 456147 h 456147"/>
              <a:gd name="connsiteX9" fmla="*/ 84693 w 456147"/>
              <a:gd name="connsiteY9" fmla="*/ 456147 h 456147"/>
              <a:gd name="connsiteX10" fmla="*/ 0 w 456147"/>
              <a:gd name="connsiteY10" fmla="*/ 371454 h 456147"/>
              <a:gd name="connsiteX11" fmla="*/ 0 w 456147"/>
              <a:gd name="connsiteY11" fmla="*/ 84693 h 456147"/>
              <a:gd name="connsiteX12" fmla="*/ 84693 w 456147"/>
              <a:gd name="connsiteY12" fmla="*/ 0 h 456147"/>
              <a:gd name="connsiteX13" fmla="*/ 371454 w 456147"/>
              <a:gd name="connsiteY13" fmla="*/ 0 h 456147"/>
              <a:gd name="connsiteX14" fmla="*/ 456147 w 456147"/>
              <a:gd name="connsiteY14" fmla="*/ 84693 h 45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6147" h="456147">
                <a:moveTo>
                  <a:pt x="381070" y="369051"/>
                </a:moveTo>
                <a:lnTo>
                  <a:pt x="199486" y="156052"/>
                </a:lnTo>
                <a:lnTo>
                  <a:pt x="268442" y="97266"/>
                </a:lnTo>
                <a:lnTo>
                  <a:pt x="209656" y="28310"/>
                </a:lnTo>
                <a:lnTo>
                  <a:pt x="71745" y="145881"/>
                </a:lnTo>
                <a:lnTo>
                  <a:pt x="312115" y="427836"/>
                </a:lnTo>
                <a:close/>
                <a:moveTo>
                  <a:pt x="456147" y="84693"/>
                </a:moveTo>
                <a:lnTo>
                  <a:pt x="456147" y="371454"/>
                </a:lnTo>
                <a:cubicBezTo>
                  <a:pt x="456147" y="418229"/>
                  <a:pt x="418229" y="456147"/>
                  <a:pt x="371454" y="456147"/>
                </a:cubicBezTo>
                <a:lnTo>
                  <a:pt x="84693" y="456147"/>
                </a:lnTo>
                <a:cubicBezTo>
                  <a:pt x="37918" y="456147"/>
                  <a:pt x="0" y="418229"/>
                  <a:pt x="0" y="371454"/>
                </a:cubicBezTo>
                <a:lnTo>
                  <a:pt x="0" y="84693"/>
                </a:lnTo>
                <a:cubicBezTo>
                  <a:pt x="0" y="37918"/>
                  <a:pt x="37918" y="0"/>
                  <a:pt x="84693" y="0"/>
                </a:cubicBezTo>
                <a:lnTo>
                  <a:pt x="371454" y="0"/>
                </a:lnTo>
                <a:cubicBezTo>
                  <a:pt x="418229" y="0"/>
                  <a:pt x="456147" y="37918"/>
                  <a:pt x="456147" y="84693"/>
                </a:cubicBezTo>
                <a:close/>
              </a:path>
            </a:pathLst>
          </a:custGeom>
          <a:solidFill>
            <a:srgbClr val="84B6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graphicFrame>
        <p:nvGraphicFramePr>
          <p:cNvPr id="40" name="Chart 39">
            <a:extLst>
              <a:ext uri="{FF2B5EF4-FFF2-40B4-BE49-F238E27FC236}">
                <a16:creationId xmlns:a16="http://schemas.microsoft.com/office/drawing/2014/main" id="{7453CA99-59DF-223B-976F-FF62BCD8DF2F}"/>
              </a:ext>
            </a:extLst>
          </p:cNvPr>
          <p:cNvGraphicFramePr/>
          <p:nvPr>
            <p:extLst>
              <p:ext uri="{D42A27DB-BD31-4B8C-83A1-F6EECF244321}">
                <p14:modId xmlns:p14="http://schemas.microsoft.com/office/powerpoint/2010/main" val="136887796"/>
              </p:ext>
            </p:extLst>
          </p:nvPr>
        </p:nvGraphicFramePr>
        <p:xfrm>
          <a:off x="7694692" y="4095327"/>
          <a:ext cx="3612449" cy="2408299"/>
        </p:xfrm>
        <a:graphic>
          <a:graphicData uri="http://schemas.openxmlformats.org/drawingml/2006/chart">
            <c:chart xmlns:c="http://schemas.openxmlformats.org/drawingml/2006/chart" xmlns:r="http://schemas.openxmlformats.org/officeDocument/2006/relationships" r:id="rId3"/>
          </a:graphicData>
        </a:graphic>
      </p:graphicFrame>
      <p:sp>
        <p:nvSpPr>
          <p:cNvPr id="42" name="TextBox 41">
            <a:extLst>
              <a:ext uri="{FF2B5EF4-FFF2-40B4-BE49-F238E27FC236}">
                <a16:creationId xmlns:a16="http://schemas.microsoft.com/office/drawing/2014/main" id="{2C3D849C-A5A9-BCA4-88AB-5F5CA09CE0F5}"/>
              </a:ext>
            </a:extLst>
          </p:cNvPr>
          <p:cNvSpPr txBox="1"/>
          <p:nvPr/>
        </p:nvSpPr>
        <p:spPr>
          <a:xfrm>
            <a:off x="7460344" y="3035617"/>
            <a:ext cx="3846798" cy="584775"/>
          </a:xfrm>
          <a:prstGeom prst="rect">
            <a:avLst/>
          </a:prstGeom>
          <a:noFill/>
        </p:spPr>
        <p:txBody>
          <a:bodyPr wrap="square" rtlCol="0">
            <a:spAutoFit/>
          </a:bodyPr>
          <a:lstStyle/>
          <a:p>
            <a:pPr algn="just" rtl="1"/>
            <a:r>
              <a:rPr lang="fa-IR" sz="1600" dirty="0">
                <a:latin typeface="IRAN(FaNum)" panose="020B0606030804020204" pitchFamily="34" charset="-78"/>
                <a:cs typeface="IRAN(FaNum)" panose="020B0606030804020204" pitchFamily="34" charset="-78"/>
              </a:rPr>
              <a:t>زمان مورد نیازلورم ایپسوم متن ساختگی اساسا مورد استفاده قرار گیرد.</a:t>
            </a:r>
            <a:endParaRPr lang="en-US" sz="1600" dirty="0">
              <a:latin typeface="IRAN(FaNum)" panose="020B0606030804020204" pitchFamily="34" charset="-78"/>
              <a:cs typeface="IRAN(FaNum)" panose="020B0606030804020204" pitchFamily="34" charset="-78"/>
            </a:endParaRPr>
          </a:p>
        </p:txBody>
      </p:sp>
      <p:sp>
        <p:nvSpPr>
          <p:cNvPr id="43" name="Freeform: Shape 42">
            <a:extLst>
              <a:ext uri="{FF2B5EF4-FFF2-40B4-BE49-F238E27FC236}">
                <a16:creationId xmlns:a16="http://schemas.microsoft.com/office/drawing/2014/main" id="{47B5F8CA-1C31-9AC6-F214-5D07BF301C3D}"/>
              </a:ext>
            </a:extLst>
          </p:cNvPr>
          <p:cNvSpPr/>
          <p:nvPr/>
        </p:nvSpPr>
        <p:spPr>
          <a:xfrm rot="16200000">
            <a:off x="11440492" y="3082102"/>
            <a:ext cx="456147" cy="456147"/>
          </a:xfrm>
          <a:custGeom>
            <a:avLst/>
            <a:gdLst>
              <a:gd name="connsiteX0" fmla="*/ 381070 w 456147"/>
              <a:gd name="connsiteY0" fmla="*/ 369051 h 456147"/>
              <a:gd name="connsiteX1" fmla="*/ 199486 w 456147"/>
              <a:gd name="connsiteY1" fmla="*/ 156052 h 456147"/>
              <a:gd name="connsiteX2" fmla="*/ 268442 w 456147"/>
              <a:gd name="connsiteY2" fmla="*/ 97266 h 456147"/>
              <a:gd name="connsiteX3" fmla="*/ 209656 w 456147"/>
              <a:gd name="connsiteY3" fmla="*/ 28310 h 456147"/>
              <a:gd name="connsiteX4" fmla="*/ 71745 w 456147"/>
              <a:gd name="connsiteY4" fmla="*/ 145881 h 456147"/>
              <a:gd name="connsiteX5" fmla="*/ 312115 w 456147"/>
              <a:gd name="connsiteY5" fmla="*/ 427836 h 456147"/>
              <a:gd name="connsiteX6" fmla="*/ 456147 w 456147"/>
              <a:gd name="connsiteY6" fmla="*/ 84693 h 456147"/>
              <a:gd name="connsiteX7" fmla="*/ 456147 w 456147"/>
              <a:gd name="connsiteY7" fmla="*/ 371454 h 456147"/>
              <a:gd name="connsiteX8" fmla="*/ 371454 w 456147"/>
              <a:gd name="connsiteY8" fmla="*/ 456147 h 456147"/>
              <a:gd name="connsiteX9" fmla="*/ 84693 w 456147"/>
              <a:gd name="connsiteY9" fmla="*/ 456147 h 456147"/>
              <a:gd name="connsiteX10" fmla="*/ 0 w 456147"/>
              <a:gd name="connsiteY10" fmla="*/ 371454 h 456147"/>
              <a:gd name="connsiteX11" fmla="*/ 0 w 456147"/>
              <a:gd name="connsiteY11" fmla="*/ 84693 h 456147"/>
              <a:gd name="connsiteX12" fmla="*/ 84693 w 456147"/>
              <a:gd name="connsiteY12" fmla="*/ 0 h 456147"/>
              <a:gd name="connsiteX13" fmla="*/ 371454 w 456147"/>
              <a:gd name="connsiteY13" fmla="*/ 0 h 456147"/>
              <a:gd name="connsiteX14" fmla="*/ 456147 w 456147"/>
              <a:gd name="connsiteY14" fmla="*/ 84693 h 45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6147" h="456147">
                <a:moveTo>
                  <a:pt x="381070" y="369051"/>
                </a:moveTo>
                <a:lnTo>
                  <a:pt x="199486" y="156052"/>
                </a:lnTo>
                <a:lnTo>
                  <a:pt x="268442" y="97266"/>
                </a:lnTo>
                <a:lnTo>
                  <a:pt x="209656" y="28310"/>
                </a:lnTo>
                <a:lnTo>
                  <a:pt x="71745" y="145881"/>
                </a:lnTo>
                <a:lnTo>
                  <a:pt x="312115" y="427836"/>
                </a:lnTo>
                <a:close/>
                <a:moveTo>
                  <a:pt x="456147" y="84693"/>
                </a:moveTo>
                <a:lnTo>
                  <a:pt x="456147" y="371454"/>
                </a:lnTo>
                <a:cubicBezTo>
                  <a:pt x="456147" y="418229"/>
                  <a:pt x="418229" y="456147"/>
                  <a:pt x="371454" y="456147"/>
                </a:cubicBezTo>
                <a:lnTo>
                  <a:pt x="84693" y="456147"/>
                </a:lnTo>
                <a:cubicBezTo>
                  <a:pt x="37918" y="456147"/>
                  <a:pt x="0" y="418229"/>
                  <a:pt x="0" y="371454"/>
                </a:cubicBezTo>
                <a:lnTo>
                  <a:pt x="0" y="84693"/>
                </a:lnTo>
                <a:cubicBezTo>
                  <a:pt x="0" y="37918"/>
                  <a:pt x="37918" y="0"/>
                  <a:pt x="84693" y="0"/>
                </a:cubicBezTo>
                <a:lnTo>
                  <a:pt x="371454" y="0"/>
                </a:lnTo>
                <a:cubicBezTo>
                  <a:pt x="418229" y="0"/>
                  <a:pt x="456147" y="37918"/>
                  <a:pt x="456147" y="84693"/>
                </a:cubicBezTo>
                <a:close/>
              </a:path>
            </a:pathLst>
          </a:custGeom>
          <a:solidFill>
            <a:srgbClr val="84B6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pic>
        <p:nvPicPr>
          <p:cNvPr id="21" name="Graphic 20">
            <a:extLst>
              <a:ext uri="{FF2B5EF4-FFF2-40B4-BE49-F238E27FC236}">
                <a16:creationId xmlns:a16="http://schemas.microsoft.com/office/drawing/2014/main" id="{D848F092-5AA3-C84D-161E-580364DA45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flipV="1">
            <a:off x="-734286" y="5068550"/>
            <a:ext cx="2964012" cy="3962254"/>
          </a:xfrm>
          <a:prstGeom prst="rect">
            <a:avLst/>
          </a:prstGeom>
          <a:effectLst>
            <a:outerShdw blurRad="508000" sx="102000" sy="102000" algn="ctr" rotWithShape="0">
              <a:prstClr val="black">
                <a:alpha val="40000"/>
              </a:prstClr>
            </a:outerShdw>
          </a:effectLst>
        </p:spPr>
      </p:pic>
      <p:sp>
        <p:nvSpPr>
          <p:cNvPr id="25" name="Slide Number Placeholder 24">
            <a:extLst>
              <a:ext uri="{FF2B5EF4-FFF2-40B4-BE49-F238E27FC236}">
                <a16:creationId xmlns:a16="http://schemas.microsoft.com/office/drawing/2014/main" id="{4D47785A-7F9C-8902-DA14-1D87C68386B0}"/>
              </a:ext>
            </a:extLst>
          </p:cNvPr>
          <p:cNvSpPr>
            <a:spLocks noGrp="1"/>
          </p:cNvSpPr>
          <p:nvPr>
            <p:ph type="sldNum" sz="quarter" idx="4"/>
          </p:nvPr>
        </p:nvSpPr>
        <p:spPr/>
        <p:txBody>
          <a:bodyPr/>
          <a:lstStyle/>
          <a:p>
            <a:fld id="{0262F45B-057E-45F1-BF75-BEAC56186E37}" type="slidenum">
              <a:rPr lang="en-US" smtClean="0"/>
              <a:pPr/>
              <a:t>28</a:t>
            </a:fld>
            <a:endParaRPr lang="en-US" dirty="0"/>
          </a:p>
        </p:txBody>
      </p:sp>
    </p:spTree>
    <p:extLst>
      <p:ext uri="{BB962C8B-B14F-4D97-AF65-F5344CB8AC3E}">
        <p14:creationId xmlns:p14="http://schemas.microsoft.com/office/powerpoint/2010/main" val="386598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250" fill="hold"/>
                                        <p:tgtEl>
                                          <p:spTgt spid="27"/>
                                        </p:tgtEl>
                                        <p:attrNameLst>
                                          <p:attrName>ppt_w</p:attrName>
                                        </p:attrNameLst>
                                      </p:cBhvr>
                                      <p:tavLst>
                                        <p:tav tm="0">
                                          <p:val>
                                            <p:strVal val="4/3*#ppt_w"/>
                                          </p:val>
                                        </p:tav>
                                        <p:tav tm="100000">
                                          <p:val>
                                            <p:strVal val="#ppt_w"/>
                                          </p:val>
                                        </p:tav>
                                      </p:tavLst>
                                    </p:anim>
                                    <p:anim calcmode="lin" valueType="num">
                                      <p:cBhvr>
                                        <p:cTn id="8" dur="250" fill="hold"/>
                                        <p:tgtEl>
                                          <p:spTgt spid="27"/>
                                        </p:tgtEl>
                                        <p:attrNameLst>
                                          <p:attrName>ppt_h</p:attrName>
                                        </p:attrNameLst>
                                      </p:cBhvr>
                                      <p:tavLst>
                                        <p:tav tm="0">
                                          <p:val>
                                            <p:strVal val="4/3*#ppt_h"/>
                                          </p:val>
                                        </p:tav>
                                        <p:tav tm="100000">
                                          <p:val>
                                            <p:strVal val="#ppt_h"/>
                                          </p:val>
                                        </p:tav>
                                      </p:tavLst>
                                    </p:anim>
                                  </p:childTnLst>
                                </p:cTn>
                              </p:par>
                            </p:childTnLst>
                          </p:cTn>
                        </p:par>
                        <p:par>
                          <p:cTn id="9" fill="hold">
                            <p:stCondLst>
                              <p:cond delay="25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750"/>
                            </p:stCondLst>
                            <p:childTnLst>
                              <p:par>
                                <p:cTn id="14" presetID="23" presetClass="entr" presetSubtype="288"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p:cTn id="16" dur="250" fill="hold"/>
                                        <p:tgtEl>
                                          <p:spTgt spid="31"/>
                                        </p:tgtEl>
                                        <p:attrNameLst>
                                          <p:attrName>ppt_w</p:attrName>
                                        </p:attrNameLst>
                                      </p:cBhvr>
                                      <p:tavLst>
                                        <p:tav tm="0">
                                          <p:val>
                                            <p:strVal val="4/3*#ppt_w"/>
                                          </p:val>
                                        </p:tav>
                                        <p:tav tm="100000">
                                          <p:val>
                                            <p:strVal val="#ppt_w"/>
                                          </p:val>
                                        </p:tav>
                                      </p:tavLst>
                                    </p:anim>
                                    <p:anim calcmode="lin" valueType="num">
                                      <p:cBhvr>
                                        <p:cTn id="17" dur="250" fill="hold"/>
                                        <p:tgtEl>
                                          <p:spTgt spid="31"/>
                                        </p:tgtEl>
                                        <p:attrNameLst>
                                          <p:attrName>ppt_h</p:attrName>
                                        </p:attrNameLst>
                                      </p:cBhvr>
                                      <p:tavLst>
                                        <p:tav tm="0">
                                          <p:val>
                                            <p:strVal val="4/3*#ppt_h"/>
                                          </p:val>
                                        </p:tav>
                                        <p:tav tm="100000">
                                          <p:val>
                                            <p:strVal val="#ppt_h"/>
                                          </p:val>
                                        </p:tav>
                                      </p:tavLst>
                                    </p:anim>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par>
                          <p:cTn id="22" fill="hold">
                            <p:stCondLst>
                              <p:cond delay="1500"/>
                            </p:stCondLst>
                            <p:childTnLst>
                              <p:par>
                                <p:cTn id="23" presetID="23" presetClass="entr" presetSubtype="288"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p:cTn id="25" dur="250" fill="hold"/>
                                        <p:tgtEl>
                                          <p:spTgt spid="43"/>
                                        </p:tgtEl>
                                        <p:attrNameLst>
                                          <p:attrName>ppt_w</p:attrName>
                                        </p:attrNameLst>
                                      </p:cBhvr>
                                      <p:tavLst>
                                        <p:tav tm="0">
                                          <p:val>
                                            <p:strVal val="4/3*#ppt_w"/>
                                          </p:val>
                                        </p:tav>
                                        <p:tav tm="100000">
                                          <p:val>
                                            <p:strVal val="#ppt_w"/>
                                          </p:val>
                                        </p:tav>
                                      </p:tavLst>
                                    </p:anim>
                                    <p:anim calcmode="lin" valueType="num">
                                      <p:cBhvr>
                                        <p:cTn id="26" dur="250" fill="hold"/>
                                        <p:tgtEl>
                                          <p:spTgt spid="43"/>
                                        </p:tgtEl>
                                        <p:attrNameLst>
                                          <p:attrName>ppt_h</p:attrName>
                                        </p:attrNameLst>
                                      </p:cBhvr>
                                      <p:tavLst>
                                        <p:tav tm="0">
                                          <p:val>
                                            <p:strVal val="4/3*#ppt_h"/>
                                          </p:val>
                                        </p:tav>
                                        <p:tav tm="100000">
                                          <p:val>
                                            <p:strVal val="#ppt_h"/>
                                          </p:val>
                                        </p:tav>
                                      </p:tavLst>
                                    </p:anim>
                                  </p:childTnLst>
                                </p:cTn>
                              </p:par>
                            </p:childTnLst>
                          </p:cTn>
                        </p:par>
                        <p:par>
                          <p:cTn id="27" fill="hold">
                            <p:stCondLst>
                              <p:cond delay="1750"/>
                            </p:stCondLst>
                            <p:childTnLst>
                              <p:par>
                                <p:cTn id="28" presetID="10" presetClass="entr" presetSubtype="0" fill="hold" grpId="0" nodeType="after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animBg="1"/>
      <p:bldP spid="30" grpId="0"/>
      <p:bldP spid="31" grpId="0" animBg="1"/>
      <p:bldP spid="42" grpId="0"/>
      <p:bldP spid="4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28B80D-02BB-FA7C-58B8-915A6E63CF4D}"/>
              </a:ext>
            </a:extLst>
          </p:cNvPr>
          <p:cNvPicPr>
            <a:picLocks noChangeAspect="1"/>
          </p:cNvPicPr>
          <p:nvPr/>
        </p:nvPicPr>
        <p:blipFill>
          <a:blip r:embed="rId2">
            <a:alphaModFix amt="8000"/>
            <a:extLst>
              <a:ext uri="{28A0092B-C50C-407E-A947-70E740481C1C}">
                <a14:useLocalDpi xmlns:a14="http://schemas.microsoft.com/office/drawing/2010/main" val="0"/>
              </a:ext>
            </a:extLst>
          </a:blip>
          <a:stretch>
            <a:fillRect/>
          </a:stretch>
        </p:blipFill>
        <p:spPr>
          <a:xfrm>
            <a:off x="-527435" y="-763659"/>
            <a:ext cx="13246869" cy="8831246"/>
          </a:xfrm>
          <a:prstGeom prst="rect">
            <a:avLst/>
          </a:prstGeom>
        </p:spPr>
      </p:pic>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5209535" y="2542535"/>
            <a:ext cx="1772929" cy="1772929"/>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Earth globe: Americas with solid fill">
            <a:extLst>
              <a:ext uri="{FF2B5EF4-FFF2-40B4-BE49-F238E27FC236}">
                <a16:creationId xmlns:a16="http://schemas.microsoft.com/office/drawing/2014/main" id="{672EC5E6-870D-643E-4723-106B6A2A443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52084" y="2585084"/>
            <a:ext cx="1687830" cy="1687830"/>
          </a:xfrm>
          <a:prstGeom prst="rect">
            <a:avLst/>
          </a:prstGeom>
        </p:spPr>
      </p:pic>
      <p:pic>
        <p:nvPicPr>
          <p:cNvPr id="6" name="Graphic 5">
            <a:extLst>
              <a:ext uri="{FF2B5EF4-FFF2-40B4-BE49-F238E27FC236}">
                <a16:creationId xmlns:a16="http://schemas.microsoft.com/office/drawing/2014/main" id="{F2AE5D82-0211-D118-9503-50D2329FD5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00000" flipH="1" flipV="1">
            <a:off x="-287900" y="4876873"/>
            <a:ext cx="2964012" cy="3962254"/>
          </a:xfrm>
          <a:prstGeom prst="rect">
            <a:avLst/>
          </a:prstGeom>
          <a:effectLst>
            <a:outerShdw blurRad="508000" sx="102000" sy="102000" algn="ctr" rotWithShape="0">
              <a:prstClr val="black">
                <a:alpha val="40000"/>
              </a:prstClr>
            </a:outerShdw>
          </a:effectLst>
        </p:spPr>
      </p:pic>
      <p:pic>
        <p:nvPicPr>
          <p:cNvPr id="7" name="Graphic 6">
            <a:extLst>
              <a:ext uri="{FF2B5EF4-FFF2-40B4-BE49-F238E27FC236}">
                <a16:creationId xmlns:a16="http://schemas.microsoft.com/office/drawing/2014/main" id="{CEB0C9D1-09ED-BD14-21A3-E16E99F111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397338" flipH="1" flipV="1">
            <a:off x="10709995" y="-1841427"/>
            <a:ext cx="2964012" cy="3962254"/>
          </a:xfrm>
          <a:prstGeom prst="rect">
            <a:avLst/>
          </a:prstGeom>
          <a:effectLst>
            <a:outerShdw blurRad="508000" sx="102000" sy="102000" algn="ctr" rotWithShape="0">
              <a:prstClr val="black">
                <a:alpha val="40000"/>
              </a:prstClr>
            </a:outerShdw>
          </a:effectLst>
        </p:spPr>
      </p:pic>
      <p:sp>
        <p:nvSpPr>
          <p:cNvPr id="13" name="Slide Number Placeholder 12">
            <a:extLst>
              <a:ext uri="{FF2B5EF4-FFF2-40B4-BE49-F238E27FC236}">
                <a16:creationId xmlns:a16="http://schemas.microsoft.com/office/drawing/2014/main" id="{21677EE1-4CC9-3B6D-2AE1-4202305C0FBD}"/>
              </a:ext>
            </a:extLst>
          </p:cNvPr>
          <p:cNvSpPr>
            <a:spLocks noGrp="1"/>
          </p:cNvSpPr>
          <p:nvPr>
            <p:ph type="sldNum" sz="quarter" idx="4"/>
          </p:nvPr>
        </p:nvSpPr>
        <p:spPr/>
        <p:txBody>
          <a:bodyPr/>
          <a:lstStyle/>
          <a:p>
            <a:fld id="{0262F45B-057E-45F1-BF75-BEAC56186E37}" type="slidenum">
              <a:rPr lang="en-US" smtClean="0"/>
              <a:pPr/>
              <a:t>29</a:t>
            </a:fld>
            <a:endParaRPr lang="en-US" dirty="0"/>
          </a:p>
        </p:txBody>
      </p:sp>
    </p:spTree>
    <p:extLst>
      <p:ext uri="{BB962C8B-B14F-4D97-AF65-F5344CB8AC3E}">
        <p14:creationId xmlns:p14="http://schemas.microsoft.com/office/powerpoint/2010/main" val="2126601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034700-B10F-CCD7-126E-69C1EE5DE53E}"/>
              </a:ext>
            </a:extLst>
          </p:cNvPr>
          <p:cNvPicPr>
            <a:picLocks noChangeAspect="1"/>
          </p:cNvPicPr>
          <p:nvPr/>
        </p:nvPicPr>
        <p:blipFill>
          <a:blip r:embed="rId2">
            <a:alphaModFix amt="8000"/>
            <a:extLst>
              <a:ext uri="{28A0092B-C50C-407E-A947-70E740481C1C}">
                <a14:useLocalDpi xmlns:a14="http://schemas.microsoft.com/office/drawing/2010/main" val="0"/>
              </a:ext>
            </a:extLst>
          </a:blip>
          <a:stretch>
            <a:fillRect/>
          </a:stretch>
        </p:blipFill>
        <p:spPr>
          <a:xfrm>
            <a:off x="-2895625" y="-4642485"/>
            <a:ext cx="17250728" cy="11500485"/>
          </a:xfrm>
          <a:prstGeom prst="rect">
            <a:avLst/>
          </a:prstGeom>
        </p:spPr>
      </p:pic>
      <p:sp>
        <p:nvSpPr>
          <p:cNvPr id="4" name="Rectangle: Rounded Corners 3">
            <a:extLst>
              <a:ext uri="{FF2B5EF4-FFF2-40B4-BE49-F238E27FC236}">
                <a16:creationId xmlns:a16="http://schemas.microsoft.com/office/drawing/2014/main" id="{FFBB5E24-A417-A266-0674-3423C1120622}"/>
              </a:ext>
            </a:extLst>
          </p:cNvPr>
          <p:cNvSpPr/>
          <p:nvPr/>
        </p:nvSpPr>
        <p:spPr>
          <a:xfrm rot="16200000">
            <a:off x="1673299" y="-146577"/>
            <a:ext cx="3058963" cy="5053916"/>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B4D8432-E8CD-CC2C-9E48-1BD2E6656E32}"/>
              </a:ext>
            </a:extLst>
          </p:cNvPr>
          <p:cNvSpPr txBox="1"/>
          <p:nvPr/>
        </p:nvSpPr>
        <p:spPr>
          <a:xfrm>
            <a:off x="1043070" y="1899193"/>
            <a:ext cx="3099160" cy="1600438"/>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41F66EF3-094E-8A54-2893-CAF08CE6D8FB}"/>
              </a:ext>
            </a:extLst>
          </p:cNvPr>
          <p:cNvSpPr txBox="1"/>
          <p:nvPr/>
        </p:nvSpPr>
        <p:spPr>
          <a:xfrm>
            <a:off x="675822" y="1204523"/>
            <a:ext cx="3689667"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pic>
        <p:nvPicPr>
          <p:cNvPr id="2" name="Graphic 1" descr="Earth globe: Americas with solid fill">
            <a:extLst>
              <a:ext uri="{FF2B5EF4-FFF2-40B4-BE49-F238E27FC236}">
                <a16:creationId xmlns:a16="http://schemas.microsoft.com/office/drawing/2014/main" id="{2B880B2B-718B-D146-9074-75CB3F50775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041909" y="2176122"/>
            <a:ext cx="1687830" cy="1687830"/>
          </a:xfrm>
          <a:prstGeom prst="rect">
            <a:avLst/>
          </a:prstGeom>
        </p:spPr>
      </p:pic>
      <p:sp>
        <p:nvSpPr>
          <p:cNvPr id="9" name="Rectangle: Rounded Corners 8">
            <a:extLst>
              <a:ext uri="{FF2B5EF4-FFF2-40B4-BE49-F238E27FC236}">
                <a16:creationId xmlns:a16="http://schemas.microsoft.com/office/drawing/2014/main" id="{46BEC11D-999F-F842-DF6D-B6DA9F424CB4}"/>
              </a:ext>
            </a:extLst>
          </p:cNvPr>
          <p:cNvSpPr/>
          <p:nvPr/>
        </p:nvSpPr>
        <p:spPr>
          <a:xfrm rot="16200000">
            <a:off x="6701716" y="-2180509"/>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CDACF55F-D60A-C24C-32C2-286019CF84FD}"/>
              </a:ext>
            </a:extLst>
          </p:cNvPr>
          <p:cNvSpPr txBox="1"/>
          <p:nvPr/>
        </p:nvSpPr>
        <p:spPr>
          <a:xfrm>
            <a:off x="8077256" y="-2073107"/>
            <a:ext cx="2776704" cy="954107"/>
          </a:xfrm>
          <a:prstGeom prst="rect">
            <a:avLst/>
          </a:prstGeom>
          <a:noFill/>
        </p:spPr>
        <p:txBody>
          <a:bodyPr wrap="square" rtlCol="0">
            <a:spAutoFit/>
          </a:bodyPr>
          <a:lstStyle/>
          <a:p>
            <a:pPr rtl="1"/>
            <a:r>
              <a:rPr lang="fa-IR" sz="14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4" name="Rectangle: Rounded Corners 13">
            <a:extLst>
              <a:ext uri="{FF2B5EF4-FFF2-40B4-BE49-F238E27FC236}">
                <a16:creationId xmlns:a16="http://schemas.microsoft.com/office/drawing/2014/main" id="{BB59A3AF-35BC-9A49-D5CB-64668CBEC75B}"/>
              </a:ext>
            </a:extLst>
          </p:cNvPr>
          <p:cNvSpPr/>
          <p:nvPr/>
        </p:nvSpPr>
        <p:spPr>
          <a:xfrm rot="16200000">
            <a:off x="6701716" y="7776579"/>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C814A7B7-D71B-B66C-51C3-714EAD390762}"/>
              </a:ext>
            </a:extLst>
          </p:cNvPr>
          <p:cNvSpPr txBox="1"/>
          <p:nvPr/>
        </p:nvSpPr>
        <p:spPr>
          <a:xfrm>
            <a:off x="8077256" y="7949838"/>
            <a:ext cx="2776704" cy="954107"/>
          </a:xfrm>
          <a:prstGeom prst="rect">
            <a:avLst/>
          </a:prstGeom>
          <a:noFill/>
        </p:spPr>
        <p:txBody>
          <a:bodyPr wrap="square" rtlCol="0">
            <a:spAutoFit/>
          </a:bodyPr>
          <a:lstStyle/>
          <a:p>
            <a:pPr rtl="1"/>
            <a:r>
              <a:rPr lang="fa-IR" sz="14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latin typeface="IRAN(FaNum)" panose="020B0606030804020204" pitchFamily="34" charset="-78"/>
              <a:cs typeface="IRAN(FaNum)" panose="020B0606030804020204" pitchFamily="34" charset="-78"/>
            </a:endParaRPr>
          </a:p>
        </p:txBody>
      </p:sp>
      <p:pic>
        <p:nvPicPr>
          <p:cNvPr id="27" name="Graphic 26">
            <a:extLst>
              <a:ext uri="{FF2B5EF4-FFF2-40B4-BE49-F238E27FC236}">
                <a16:creationId xmlns:a16="http://schemas.microsoft.com/office/drawing/2014/main" id="{C8B6B8C4-62D5-5024-94E0-79E7158CB3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55454" y="-1995339"/>
            <a:ext cx="817745" cy="1041965"/>
          </a:xfrm>
          <a:prstGeom prst="rect">
            <a:avLst/>
          </a:prstGeom>
        </p:spPr>
      </p:pic>
      <p:pic>
        <p:nvPicPr>
          <p:cNvPr id="34" name="Graphic 33">
            <a:extLst>
              <a:ext uri="{FF2B5EF4-FFF2-40B4-BE49-F238E27FC236}">
                <a16:creationId xmlns:a16="http://schemas.microsoft.com/office/drawing/2014/main" id="{4B9ACF49-5229-7C2C-B690-997868E618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194" y="7875907"/>
            <a:ext cx="798926" cy="1101967"/>
          </a:xfrm>
          <a:prstGeom prst="rect">
            <a:avLst/>
          </a:prstGeom>
        </p:spPr>
      </p:pic>
      <p:pic>
        <p:nvPicPr>
          <p:cNvPr id="8" name="Graphic 7">
            <a:extLst>
              <a:ext uri="{FF2B5EF4-FFF2-40B4-BE49-F238E27FC236}">
                <a16:creationId xmlns:a16="http://schemas.microsoft.com/office/drawing/2014/main" id="{D0E24A2D-017F-71B4-46AF-AAB7B167A86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9820289" flipH="1" flipV="1">
            <a:off x="-438936" y="5081989"/>
            <a:ext cx="2964012" cy="3962254"/>
          </a:xfrm>
          <a:prstGeom prst="rect">
            <a:avLst/>
          </a:prstGeom>
          <a:effectLst>
            <a:outerShdw blurRad="508000" sx="102000" sy="102000" algn="ctr" rotWithShape="0">
              <a:prstClr val="black">
                <a:alpha val="40000"/>
              </a:prstClr>
            </a:outerShdw>
          </a:effectLst>
        </p:spPr>
      </p:pic>
      <p:pic>
        <p:nvPicPr>
          <p:cNvPr id="11" name="Graphic 10">
            <a:extLst>
              <a:ext uri="{FF2B5EF4-FFF2-40B4-BE49-F238E27FC236}">
                <a16:creationId xmlns:a16="http://schemas.microsoft.com/office/drawing/2014/main" id="{CD38D0AE-330D-3B8B-351F-975E5044198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3792946" flipH="1" flipV="1">
            <a:off x="10563557" y="-884366"/>
            <a:ext cx="2964012" cy="3962254"/>
          </a:xfrm>
          <a:prstGeom prst="rect">
            <a:avLst/>
          </a:prstGeom>
          <a:effectLst>
            <a:outerShdw blurRad="508000" sx="102000" sy="102000" algn="ctr" rotWithShape="0">
              <a:prstClr val="black">
                <a:alpha val="40000"/>
              </a:prstClr>
            </a:outerShdw>
          </a:effectLst>
        </p:spPr>
      </p:pic>
      <p:sp>
        <p:nvSpPr>
          <p:cNvPr id="17" name="Slide Number Placeholder 16">
            <a:extLst>
              <a:ext uri="{FF2B5EF4-FFF2-40B4-BE49-F238E27FC236}">
                <a16:creationId xmlns:a16="http://schemas.microsoft.com/office/drawing/2014/main" id="{0DA5BD5C-3E51-6A60-4513-2790E4E6C100}"/>
              </a:ext>
            </a:extLst>
          </p:cNvPr>
          <p:cNvSpPr>
            <a:spLocks noGrp="1"/>
          </p:cNvSpPr>
          <p:nvPr>
            <p:ph type="sldNum" sz="quarter" idx="4"/>
          </p:nvPr>
        </p:nvSpPr>
        <p:spPr/>
        <p:txBody>
          <a:bodyPr/>
          <a:lstStyle/>
          <a:p>
            <a:fld id="{0262F45B-057E-45F1-BF75-BEAC56186E37}" type="slidenum">
              <a:rPr lang="en-US" smtClean="0"/>
              <a:pPr/>
              <a:t>30</a:t>
            </a:fld>
            <a:endParaRPr lang="en-US" dirty="0"/>
          </a:p>
        </p:txBody>
      </p:sp>
    </p:spTree>
    <p:extLst>
      <p:ext uri="{BB962C8B-B14F-4D97-AF65-F5344CB8AC3E}">
        <p14:creationId xmlns:p14="http://schemas.microsoft.com/office/powerpoint/2010/main" val="906246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2/3*#ppt_w"/>
                                          </p:val>
                                        </p:tav>
                                        <p:tav tm="100000">
                                          <p:val>
                                            <p:strVal val="#ppt_w"/>
                                          </p:val>
                                        </p:tav>
                                      </p:tavLst>
                                    </p:anim>
                                    <p:anim calcmode="lin" valueType="num">
                                      <p:cBhvr>
                                        <p:cTn id="8" dur="500" fill="hold"/>
                                        <p:tgtEl>
                                          <p:spTgt spid="10"/>
                                        </p:tgtEl>
                                        <p:attrNameLst>
                                          <p:attrName>ppt_h</p:attrName>
                                        </p:attrNameLst>
                                      </p:cBhvr>
                                      <p:tavLst>
                                        <p:tav tm="0">
                                          <p:val>
                                            <p:strVal val="2/3*#ppt_h"/>
                                          </p:val>
                                        </p:tav>
                                        <p:tav tm="100000">
                                          <p:val>
                                            <p:strVal val="#ppt_h"/>
                                          </p:val>
                                        </p:tav>
                                      </p:tavLst>
                                    </p:anim>
                                  </p:childTnLst>
                                </p:cTn>
                              </p:par>
                              <p:par>
                                <p:cTn id="9" presetID="23" presetClass="entr" presetSubtype="272" fill="hold" grpId="0" nodeType="withEffect">
                                  <p:stCondLst>
                                    <p:cond delay="15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strVal val="2/3*#ppt_w"/>
                                          </p:val>
                                        </p:tav>
                                        <p:tav tm="100000">
                                          <p:val>
                                            <p:strVal val="#ppt_w"/>
                                          </p:val>
                                        </p:tav>
                                      </p:tavLst>
                                    </p:anim>
                                    <p:anim calcmode="lin" valueType="num">
                                      <p:cBhvr>
                                        <p:cTn id="12" dur="500" fill="hold"/>
                                        <p:tgtEl>
                                          <p:spTgt spid="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1"/>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FBB5E24-A417-A266-0674-3423C1120622}"/>
              </a:ext>
            </a:extLst>
          </p:cNvPr>
          <p:cNvSpPr/>
          <p:nvPr/>
        </p:nvSpPr>
        <p:spPr>
          <a:xfrm rot="16200000">
            <a:off x="2097617" y="939273"/>
            <a:ext cx="3058963" cy="5053916"/>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B4D8432-E8CD-CC2C-9E48-1BD2E6656E32}"/>
              </a:ext>
            </a:extLst>
          </p:cNvPr>
          <p:cNvSpPr txBox="1"/>
          <p:nvPr/>
        </p:nvSpPr>
        <p:spPr>
          <a:xfrm>
            <a:off x="1467388" y="2985043"/>
            <a:ext cx="3099160" cy="1600438"/>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41F66EF3-094E-8A54-2893-CAF08CE6D8FB}"/>
              </a:ext>
            </a:extLst>
          </p:cNvPr>
          <p:cNvSpPr txBox="1"/>
          <p:nvPr/>
        </p:nvSpPr>
        <p:spPr>
          <a:xfrm>
            <a:off x="1100140" y="2290373"/>
            <a:ext cx="3689667"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pic>
        <p:nvPicPr>
          <p:cNvPr id="2" name="Graphic 1" descr="Earth globe: Americas with solid fill">
            <a:extLst>
              <a:ext uri="{FF2B5EF4-FFF2-40B4-BE49-F238E27FC236}">
                <a16:creationId xmlns:a16="http://schemas.microsoft.com/office/drawing/2014/main" id="{2B880B2B-718B-D146-9074-75CB3F50775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466227" y="3261972"/>
            <a:ext cx="1687830" cy="1687830"/>
          </a:xfrm>
          <a:prstGeom prst="rect">
            <a:avLst/>
          </a:prstGeom>
        </p:spPr>
      </p:pic>
      <p:sp>
        <p:nvSpPr>
          <p:cNvPr id="9" name="Rectangle: Rounded Corners 8">
            <a:extLst>
              <a:ext uri="{FF2B5EF4-FFF2-40B4-BE49-F238E27FC236}">
                <a16:creationId xmlns:a16="http://schemas.microsoft.com/office/drawing/2014/main" id="{46BEC11D-999F-F842-DF6D-B6DA9F424CB4}"/>
              </a:ext>
            </a:extLst>
          </p:cNvPr>
          <p:cNvSpPr/>
          <p:nvPr/>
        </p:nvSpPr>
        <p:spPr>
          <a:xfrm rot="16200000">
            <a:off x="6393512" y="1936749"/>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CDACF55F-D60A-C24C-32C2-286019CF84FD}"/>
              </a:ext>
            </a:extLst>
          </p:cNvPr>
          <p:cNvSpPr txBox="1"/>
          <p:nvPr/>
        </p:nvSpPr>
        <p:spPr>
          <a:xfrm>
            <a:off x="7873522" y="2044151"/>
            <a:ext cx="2776704" cy="954107"/>
          </a:xfrm>
          <a:prstGeom prst="rect">
            <a:avLst/>
          </a:prstGeom>
          <a:noFill/>
        </p:spPr>
        <p:txBody>
          <a:bodyPr wrap="square" rtlCol="0">
            <a:spAutoFit/>
          </a:bodyPr>
          <a:lstStyle/>
          <a:p>
            <a:pPr rtl="1"/>
            <a:r>
              <a:rPr lang="fa-IR" sz="14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latin typeface="IRAN(FaNum)" panose="020B0606030804020204" pitchFamily="34" charset="-78"/>
              <a:cs typeface="IRAN(FaNum)" panose="020B0606030804020204" pitchFamily="34" charset="-78"/>
            </a:endParaRPr>
          </a:p>
        </p:txBody>
      </p:sp>
      <p:sp>
        <p:nvSpPr>
          <p:cNvPr id="14" name="Rectangle: Rounded Corners 13">
            <a:extLst>
              <a:ext uri="{FF2B5EF4-FFF2-40B4-BE49-F238E27FC236}">
                <a16:creationId xmlns:a16="http://schemas.microsoft.com/office/drawing/2014/main" id="{BB59A3AF-35BC-9A49-D5CB-64668CBEC75B}"/>
              </a:ext>
            </a:extLst>
          </p:cNvPr>
          <p:cNvSpPr/>
          <p:nvPr/>
        </p:nvSpPr>
        <p:spPr>
          <a:xfrm rot="16200000">
            <a:off x="6393512" y="3612003"/>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C814A7B7-D71B-B66C-51C3-714EAD390762}"/>
              </a:ext>
            </a:extLst>
          </p:cNvPr>
          <p:cNvSpPr txBox="1"/>
          <p:nvPr/>
        </p:nvSpPr>
        <p:spPr>
          <a:xfrm>
            <a:off x="7873522" y="3785262"/>
            <a:ext cx="2776704" cy="954107"/>
          </a:xfrm>
          <a:prstGeom prst="rect">
            <a:avLst/>
          </a:prstGeom>
          <a:noFill/>
        </p:spPr>
        <p:txBody>
          <a:bodyPr wrap="square" rtlCol="0">
            <a:spAutoFit/>
          </a:bodyPr>
          <a:lstStyle/>
          <a:p>
            <a:pPr rtl="1"/>
            <a:r>
              <a:rPr lang="fa-IR" sz="1400" dirty="0">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latin typeface="IRAN(FaNum)" panose="020B0606030804020204" pitchFamily="34" charset="-78"/>
              <a:cs typeface="IRAN(FaNum)" panose="020B0606030804020204" pitchFamily="34" charset="-78"/>
            </a:endParaRPr>
          </a:p>
        </p:txBody>
      </p:sp>
      <p:pic>
        <p:nvPicPr>
          <p:cNvPr id="27" name="Graphic 26">
            <a:extLst>
              <a:ext uri="{FF2B5EF4-FFF2-40B4-BE49-F238E27FC236}">
                <a16:creationId xmlns:a16="http://schemas.microsoft.com/office/drawing/2014/main" id="{C8B6B8C4-62D5-5024-94E0-79E7158CB3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47250" y="2121919"/>
            <a:ext cx="817745" cy="1041965"/>
          </a:xfrm>
          <a:prstGeom prst="rect">
            <a:avLst/>
          </a:prstGeom>
        </p:spPr>
      </p:pic>
      <p:pic>
        <p:nvPicPr>
          <p:cNvPr id="34" name="Graphic 33">
            <a:extLst>
              <a:ext uri="{FF2B5EF4-FFF2-40B4-BE49-F238E27FC236}">
                <a16:creationId xmlns:a16="http://schemas.microsoft.com/office/drawing/2014/main" id="{4B9ACF49-5229-7C2C-B690-997868E618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92990" y="3711331"/>
            <a:ext cx="798926" cy="1101967"/>
          </a:xfrm>
          <a:prstGeom prst="rect">
            <a:avLst/>
          </a:prstGeom>
        </p:spPr>
      </p:pic>
      <p:pic>
        <p:nvPicPr>
          <p:cNvPr id="6" name="Picture Placeholder 7">
            <a:extLst>
              <a:ext uri="{FF2B5EF4-FFF2-40B4-BE49-F238E27FC236}">
                <a16:creationId xmlns:a16="http://schemas.microsoft.com/office/drawing/2014/main" id="{83524470-E2CA-177C-C548-D7EAAB20F5D0}"/>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100141" y="7486650"/>
            <a:ext cx="9991720" cy="2575690"/>
          </a:xfrm>
          <a:custGeom>
            <a:avLst/>
            <a:gdLst>
              <a:gd name="connsiteX0" fmla="*/ 478228 w 9991720"/>
              <a:gd name="connsiteY0" fmla="*/ 0 h 2575690"/>
              <a:gd name="connsiteX1" fmla="*/ 9513492 w 9991720"/>
              <a:gd name="connsiteY1" fmla="*/ 0 h 2575690"/>
              <a:gd name="connsiteX2" fmla="*/ 9991720 w 9991720"/>
              <a:gd name="connsiteY2" fmla="*/ 478228 h 2575690"/>
              <a:gd name="connsiteX3" fmla="*/ 9991720 w 9991720"/>
              <a:gd name="connsiteY3" fmla="*/ 2097462 h 2575690"/>
              <a:gd name="connsiteX4" fmla="*/ 9513492 w 9991720"/>
              <a:gd name="connsiteY4" fmla="*/ 2575690 h 2575690"/>
              <a:gd name="connsiteX5" fmla="*/ 478228 w 9991720"/>
              <a:gd name="connsiteY5" fmla="*/ 2575690 h 2575690"/>
              <a:gd name="connsiteX6" fmla="*/ 0 w 9991720"/>
              <a:gd name="connsiteY6" fmla="*/ 2097462 h 2575690"/>
              <a:gd name="connsiteX7" fmla="*/ 0 w 9991720"/>
              <a:gd name="connsiteY7" fmla="*/ 478228 h 2575690"/>
              <a:gd name="connsiteX8" fmla="*/ 478228 w 9991720"/>
              <a:gd name="connsiteY8" fmla="*/ 0 h 257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1720" h="2575690">
                <a:moveTo>
                  <a:pt x="478228" y="0"/>
                </a:moveTo>
                <a:lnTo>
                  <a:pt x="9513492" y="0"/>
                </a:lnTo>
                <a:cubicBezTo>
                  <a:pt x="9777610" y="0"/>
                  <a:pt x="9991720" y="214110"/>
                  <a:pt x="9991720" y="478228"/>
                </a:cubicBezTo>
                <a:lnTo>
                  <a:pt x="9991720" y="2097462"/>
                </a:lnTo>
                <a:cubicBezTo>
                  <a:pt x="9991720" y="2361580"/>
                  <a:pt x="9777610" y="2575690"/>
                  <a:pt x="9513492" y="2575690"/>
                </a:cubicBezTo>
                <a:lnTo>
                  <a:pt x="478228" y="2575690"/>
                </a:lnTo>
                <a:cubicBezTo>
                  <a:pt x="214110" y="2575690"/>
                  <a:pt x="0" y="2361580"/>
                  <a:pt x="0" y="2097462"/>
                </a:cubicBezTo>
                <a:lnTo>
                  <a:pt x="0" y="478228"/>
                </a:lnTo>
                <a:cubicBezTo>
                  <a:pt x="0" y="214110"/>
                  <a:pt x="214110" y="0"/>
                  <a:pt x="478228" y="0"/>
                </a:cubicBezTo>
                <a:close/>
              </a:path>
            </a:pathLst>
          </a:custGeom>
        </p:spPr>
      </p:pic>
      <p:pic>
        <p:nvPicPr>
          <p:cNvPr id="12" name="Graphic 11">
            <a:extLst>
              <a:ext uri="{FF2B5EF4-FFF2-40B4-BE49-F238E27FC236}">
                <a16:creationId xmlns:a16="http://schemas.microsoft.com/office/drawing/2014/main" id="{6DD91203-0D81-FF34-2F10-85A54B5F6C9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flipV="1">
            <a:off x="-381867" y="4876873"/>
            <a:ext cx="2964012" cy="3962254"/>
          </a:xfrm>
          <a:prstGeom prst="rect">
            <a:avLst/>
          </a:prstGeom>
          <a:effectLst>
            <a:outerShdw blurRad="508000" sx="102000" sy="102000" algn="ctr" rotWithShape="0">
              <a:prstClr val="black">
                <a:alpha val="40000"/>
              </a:prstClr>
            </a:outerShdw>
          </a:effectLst>
        </p:spPr>
      </p:pic>
      <p:pic>
        <p:nvPicPr>
          <p:cNvPr id="15" name="Graphic 14">
            <a:extLst>
              <a:ext uri="{FF2B5EF4-FFF2-40B4-BE49-F238E27FC236}">
                <a16:creationId xmlns:a16="http://schemas.microsoft.com/office/drawing/2014/main" id="{223AF599-1AE6-9E8C-412C-59F3F6603A0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2397338" flipH="1" flipV="1">
            <a:off x="10188156" y="-2684257"/>
            <a:ext cx="2964012" cy="3962254"/>
          </a:xfrm>
          <a:prstGeom prst="rect">
            <a:avLst/>
          </a:prstGeom>
          <a:effectLst>
            <a:outerShdw blurRad="508000" sx="102000" sy="102000" algn="ctr" rotWithShape="0">
              <a:prstClr val="black">
                <a:alpha val="40000"/>
              </a:prstClr>
            </a:outerShdw>
          </a:effectLst>
        </p:spPr>
      </p:pic>
      <p:sp>
        <p:nvSpPr>
          <p:cNvPr id="20" name="Slide Number Placeholder 19">
            <a:extLst>
              <a:ext uri="{FF2B5EF4-FFF2-40B4-BE49-F238E27FC236}">
                <a16:creationId xmlns:a16="http://schemas.microsoft.com/office/drawing/2014/main" id="{9B8723AC-4336-CF87-EDD2-9722A3988F92}"/>
              </a:ext>
            </a:extLst>
          </p:cNvPr>
          <p:cNvSpPr>
            <a:spLocks noGrp="1"/>
          </p:cNvSpPr>
          <p:nvPr>
            <p:ph type="sldNum" sz="quarter" idx="4"/>
          </p:nvPr>
        </p:nvSpPr>
        <p:spPr/>
        <p:txBody>
          <a:bodyPr/>
          <a:lstStyle/>
          <a:p>
            <a:fld id="{0262F45B-057E-45F1-BF75-BEAC56186E37}" type="slidenum">
              <a:rPr lang="en-US" smtClean="0"/>
              <a:pPr/>
              <a:t>31</a:t>
            </a:fld>
            <a:endParaRPr lang="en-US" dirty="0"/>
          </a:p>
        </p:txBody>
      </p:sp>
    </p:spTree>
    <p:extLst>
      <p:ext uri="{BB962C8B-B14F-4D97-AF65-F5344CB8AC3E}">
        <p14:creationId xmlns:p14="http://schemas.microsoft.com/office/powerpoint/2010/main" val="1448511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92A08C"/>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0FA712AE-FC71-31B0-E83F-A3ECF5E2925E}"/>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a:fillRect/>
          </a:stretch>
        </p:blipFill>
        <p:spPr/>
      </p:pic>
      <p:sp>
        <p:nvSpPr>
          <p:cNvPr id="4" name="Rectangle: Rounded Corners 3">
            <a:extLst>
              <a:ext uri="{FF2B5EF4-FFF2-40B4-BE49-F238E27FC236}">
                <a16:creationId xmlns:a16="http://schemas.microsoft.com/office/drawing/2014/main" id="{FFBB5E24-A417-A266-0674-3423C1120622}"/>
              </a:ext>
            </a:extLst>
          </p:cNvPr>
          <p:cNvSpPr/>
          <p:nvPr/>
        </p:nvSpPr>
        <p:spPr>
          <a:xfrm rot="16200000">
            <a:off x="2097617" y="-413277"/>
            <a:ext cx="3058963" cy="5053916"/>
          </a:xfrm>
          <a:prstGeom prst="roundRect">
            <a:avLst>
              <a:gd name="adj" fmla="val 18567"/>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B4D8432-E8CD-CC2C-9E48-1BD2E6656E32}"/>
              </a:ext>
            </a:extLst>
          </p:cNvPr>
          <p:cNvSpPr txBox="1"/>
          <p:nvPr/>
        </p:nvSpPr>
        <p:spPr>
          <a:xfrm>
            <a:off x="1467388" y="1632493"/>
            <a:ext cx="3099160" cy="1600438"/>
          </a:xfrm>
          <a:prstGeom prst="rect">
            <a:avLst/>
          </a:prstGeom>
          <a:noFill/>
        </p:spPr>
        <p:txBody>
          <a:bodyPr wrap="square" rtlCol="0">
            <a:spAutoFit/>
          </a:bodyPr>
          <a:lstStyle/>
          <a:p>
            <a:pPr algn="just" rtl="1"/>
            <a:r>
              <a:rPr lang="fa-IR" sz="1400" dirty="0">
                <a:latin typeface="IRAN(FaNum)" panose="020B0606030804020204" pitchFamily="34" charset="-78"/>
                <a:cs typeface="IRAN(FaNum)" panose="020B0606030804020204" pitchFamily="34" charset="-78"/>
              </a:rPr>
              <a:t>لورم ایپسوم متن ساختگی با تولید سادگی نامفهوم از صنعت در ارائه راهکارها، و به پایان رسد و زمان مورد نیازلورم ایپسوم متن ساختگی سوالات طراحی اساسا مورد استفاده زمان مورد نیاز قرار گیرد.</a:t>
            </a:r>
            <a:r>
              <a:rPr lang="en-US" sz="1400" dirty="0">
                <a:latin typeface="IRAN(FaNum)" panose="020B0606030804020204" pitchFamily="34" charset="-78"/>
                <a:cs typeface="IRAN(FaNum)" panose="020B0606030804020204" pitchFamily="34" charset="-78"/>
              </a:rPr>
              <a:t> </a:t>
            </a:r>
            <a:r>
              <a:rPr lang="fa-IR" sz="1400" dirty="0">
                <a:latin typeface="IRAN(FaNum)" panose="020B0606030804020204" pitchFamily="34" charset="-78"/>
                <a:cs typeface="IRAN(FaNum)" panose="020B0606030804020204" pitchFamily="34" charset="-78"/>
              </a:rPr>
              <a:t>جوابگوی سوالات طراحی اساسا مورد استفاده زمان مورد نیاز قرار گیرد.</a:t>
            </a:r>
            <a:endParaRPr lang="en-US" sz="1400" dirty="0">
              <a:latin typeface="IRAN(FaNum)" panose="020B0606030804020204" pitchFamily="34" charset="-78"/>
              <a:cs typeface="IRAN(FaNum)" panose="020B0606030804020204" pitchFamily="34" charset="-78"/>
            </a:endParaRPr>
          </a:p>
        </p:txBody>
      </p:sp>
      <p:sp>
        <p:nvSpPr>
          <p:cNvPr id="10" name="TextBox 9">
            <a:extLst>
              <a:ext uri="{FF2B5EF4-FFF2-40B4-BE49-F238E27FC236}">
                <a16:creationId xmlns:a16="http://schemas.microsoft.com/office/drawing/2014/main" id="{41F66EF3-094E-8A54-2893-CAF08CE6D8FB}"/>
              </a:ext>
            </a:extLst>
          </p:cNvPr>
          <p:cNvSpPr txBox="1"/>
          <p:nvPr/>
        </p:nvSpPr>
        <p:spPr>
          <a:xfrm>
            <a:off x="1100140" y="937823"/>
            <a:ext cx="3689667" cy="584775"/>
          </a:xfrm>
          <a:prstGeom prst="rect">
            <a:avLst/>
          </a:prstGeom>
          <a:noFill/>
        </p:spPr>
        <p:txBody>
          <a:bodyPr wrap="square" rtlCol="0">
            <a:spAutoFit/>
          </a:bodyPr>
          <a:lstStyle/>
          <a:p>
            <a:pPr algn="r" rtl="1"/>
            <a:r>
              <a:rPr lang="fa-IR" sz="3200" dirty="0">
                <a:cs typeface="B Titr" panose="00000700000000000000" pitchFamily="2" charset="-78"/>
              </a:rPr>
              <a:t>عنوان را اینجا بنویسید</a:t>
            </a:r>
            <a:endParaRPr lang="en-US" sz="3200" dirty="0">
              <a:cs typeface="B Titr" panose="00000700000000000000" pitchFamily="2" charset="-78"/>
            </a:endParaRPr>
          </a:p>
        </p:txBody>
      </p:sp>
      <p:pic>
        <p:nvPicPr>
          <p:cNvPr id="2" name="Graphic 1" descr="Earth globe: Americas with solid fill">
            <a:extLst>
              <a:ext uri="{FF2B5EF4-FFF2-40B4-BE49-F238E27FC236}">
                <a16:creationId xmlns:a16="http://schemas.microsoft.com/office/drawing/2014/main" id="{2B880B2B-718B-D146-9074-75CB3F50775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66227" y="1909422"/>
            <a:ext cx="1687830" cy="1687830"/>
          </a:xfrm>
          <a:prstGeom prst="rect">
            <a:avLst/>
          </a:prstGeom>
        </p:spPr>
      </p:pic>
      <p:sp>
        <p:nvSpPr>
          <p:cNvPr id="9" name="Rectangle: Rounded Corners 8">
            <a:extLst>
              <a:ext uri="{FF2B5EF4-FFF2-40B4-BE49-F238E27FC236}">
                <a16:creationId xmlns:a16="http://schemas.microsoft.com/office/drawing/2014/main" id="{46BEC11D-999F-F842-DF6D-B6DA9F424CB4}"/>
              </a:ext>
            </a:extLst>
          </p:cNvPr>
          <p:cNvSpPr/>
          <p:nvPr/>
        </p:nvSpPr>
        <p:spPr>
          <a:xfrm rot="16200000">
            <a:off x="6393512" y="584199"/>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CDACF55F-D60A-C24C-32C2-286019CF84FD}"/>
              </a:ext>
            </a:extLst>
          </p:cNvPr>
          <p:cNvSpPr txBox="1"/>
          <p:nvPr/>
        </p:nvSpPr>
        <p:spPr>
          <a:xfrm>
            <a:off x="7769052" y="691601"/>
            <a:ext cx="2776704" cy="954107"/>
          </a:xfrm>
          <a:prstGeom prst="rect">
            <a:avLst/>
          </a:prstGeom>
          <a:noFill/>
        </p:spPr>
        <p:txBody>
          <a:bodyPr wrap="square" rtlCol="0">
            <a:spAutoFit/>
          </a:bodyPr>
          <a:lstStyle/>
          <a:p>
            <a:pPr rtl="1"/>
            <a:r>
              <a:rPr lang="fa-IR" sz="1400" dirty="0">
                <a:solidFill>
                  <a:schemeClr val="bg1"/>
                </a:solidFill>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solidFill>
                <a:schemeClr val="bg1"/>
              </a:solidFill>
              <a:latin typeface="IRAN(FaNum)" panose="020B0606030804020204" pitchFamily="34" charset="-78"/>
              <a:cs typeface="IRAN(FaNum)" panose="020B0606030804020204" pitchFamily="34" charset="-78"/>
            </a:endParaRPr>
          </a:p>
        </p:txBody>
      </p:sp>
      <p:sp>
        <p:nvSpPr>
          <p:cNvPr id="14" name="Rectangle: Rounded Corners 13">
            <a:extLst>
              <a:ext uri="{FF2B5EF4-FFF2-40B4-BE49-F238E27FC236}">
                <a16:creationId xmlns:a16="http://schemas.microsoft.com/office/drawing/2014/main" id="{BB59A3AF-35BC-9A49-D5CB-64668CBEC75B}"/>
              </a:ext>
            </a:extLst>
          </p:cNvPr>
          <p:cNvSpPr/>
          <p:nvPr/>
        </p:nvSpPr>
        <p:spPr>
          <a:xfrm rot="16200000">
            <a:off x="6393512" y="2259453"/>
            <a:ext cx="1325223" cy="1325223"/>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C814A7B7-D71B-B66C-51C3-714EAD390762}"/>
              </a:ext>
            </a:extLst>
          </p:cNvPr>
          <p:cNvSpPr txBox="1"/>
          <p:nvPr/>
        </p:nvSpPr>
        <p:spPr>
          <a:xfrm>
            <a:off x="7769052" y="2432712"/>
            <a:ext cx="2776704" cy="954107"/>
          </a:xfrm>
          <a:prstGeom prst="rect">
            <a:avLst/>
          </a:prstGeom>
          <a:noFill/>
        </p:spPr>
        <p:txBody>
          <a:bodyPr wrap="square" rtlCol="0">
            <a:spAutoFit/>
          </a:bodyPr>
          <a:lstStyle/>
          <a:p>
            <a:pPr rtl="1"/>
            <a:r>
              <a:rPr lang="fa-IR" sz="1400" dirty="0">
                <a:solidFill>
                  <a:schemeClr val="bg1"/>
                </a:solidFill>
                <a:latin typeface="IRAN(FaNum)" panose="020B0606030804020204" pitchFamily="34" charset="-78"/>
                <a:cs typeface="IRAN(FaNum)" panose="020B0606030804020204" pitchFamily="34" charset="-78"/>
              </a:rPr>
              <a:t>لورم ایپسوم متن ساختگی لورم ایپسوم متن ساختگی با تولید سادگی از مورد با تولید سادگی از مورد استفاده قرار گیرد.</a:t>
            </a:r>
            <a:endParaRPr lang="en-US" sz="1400" dirty="0">
              <a:solidFill>
                <a:schemeClr val="bg1"/>
              </a:solidFill>
              <a:latin typeface="IRAN(FaNum)" panose="020B0606030804020204" pitchFamily="34" charset="-78"/>
              <a:cs typeface="IRAN(FaNum)" panose="020B0606030804020204" pitchFamily="34" charset="-78"/>
            </a:endParaRPr>
          </a:p>
        </p:txBody>
      </p:sp>
      <p:pic>
        <p:nvPicPr>
          <p:cNvPr id="27" name="Graphic 26">
            <a:extLst>
              <a:ext uri="{FF2B5EF4-FFF2-40B4-BE49-F238E27FC236}">
                <a16:creationId xmlns:a16="http://schemas.microsoft.com/office/drawing/2014/main" id="{C8B6B8C4-62D5-5024-94E0-79E7158CB3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47250" y="769369"/>
            <a:ext cx="817745" cy="1041965"/>
          </a:xfrm>
          <a:prstGeom prst="rect">
            <a:avLst/>
          </a:prstGeom>
        </p:spPr>
      </p:pic>
      <p:pic>
        <p:nvPicPr>
          <p:cNvPr id="34" name="Graphic 33">
            <a:extLst>
              <a:ext uri="{FF2B5EF4-FFF2-40B4-BE49-F238E27FC236}">
                <a16:creationId xmlns:a16="http://schemas.microsoft.com/office/drawing/2014/main" id="{4B9ACF49-5229-7C2C-B690-997868E618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92990" y="2358781"/>
            <a:ext cx="798926" cy="1101967"/>
          </a:xfrm>
          <a:prstGeom prst="rect">
            <a:avLst/>
          </a:prstGeom>
        </p:spPr>
      </p:pic>
      <p:pic>
        <p:nvPicPr>
          <p:cNvPr id="3" name="Graphic 2">
            <a:extLst>
              <a:ext uri="{FF2B5EF4-FFF2-40B4-BE49-F238E27FC236}">
                <a16:creationId xmlns:a16="http://schemas.microsoft.com/office/drawing/2014/main" id="{5962F055-F9C0-B13E-5CFA-E5B5B9D5748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flipH="1" flipV="1">
            <a:off x="-1091480" y="5246433"/>
            <a:ext cx="2964012" cy="3962254"/>
          </a:xfrm>
          <a:prstGeom prst="rect">
            <a:avLst/>
          </a:prstGeom>
          <a:effectLst>
            <a:outerShdw blurRad="508000" sx="102000" sy="102000" algn="ctr" rotWithShape="0">
              <a:prstClr val="black">
                <a:alpha val="40000"/>
              </a:prstClr>
            </a:outerShdw>
          </a:effectLst>
        </p:spPr>
      </p:pic>
      <p:pic>
        <p:nvPicPr>
          <p:cNvPr id="6" name="Graphic 5">
            <a:extLst>
              <a:ext uri="{FF2B5EF4-FFF2-40B4-BE49-F238E27FC236}">
                <a16:creationId xmlns:a16="http://schemas.microsoft.com/office/drawing/2014/main" id="{46FE3B46-E339-05A5-99A9-0F8EC3F669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3295069" flipH="1" flipV="1">
            <a:off x="10681386" y="-1413407"/>
            <a:ext cx="2114632" cy="2826813"/>
          </a:xfrm>
          <a:prstGeom prst="rect">
            <a:avLst/>
          </a:prstGeom>
          <a:effectLst>
            <a:outerShdw blurRad="508000" sx="102000" sy="102000" algn="ctr" rotWithShape="0">
              <a:prstClr val="black">
                <a:alpha val="40000"/>
              </a:prstClr>
            </a:outerShdw>
          </a:effectLst>
        </p:spPr>
      </p:pic>
      <p:sp>
        <p:nvSpPr>
          <p:cNvPr id="16" name="Slide Number Placeholder 15">
            <a:extLst>
              <a:ext uri="{FF2B5EF4-FFF2-40B4-BE49-F238E27FC236}">
                <a16:creationId xmlns:a16="http://schemas.microsoft.com/office/drawing/2014/main" id="{CA71E67E-A54C-B08D-902D-E5A3024EAB95}"/>
              </a:ext>
            </a:extLst>
          </p:cNvPr>
          <p:cNvSpPr>
            <a:spLocks noGrp="1"/>
          </p:cNvSpPr>
          <p:nvPr>
            <p:ph type="sldNum" sz="quarter" idx="4"/>
          </p:nvPr>
        </p:nvSpPr>
        <p:spPr/>
        <p:txBody>
          <a:bodyPr/>
          <a:lstStyle/>
          <a:p>
            <a:fld id="{0262F45B-057E-45F1-BF75-BEAC56186E37}" type="slidenum">
              <a:rPr lang="en-US" smtClean="0"/>
              <a:pPr/>
              <a:t>32</a:t>
            </a:fld>
            <a:endParaRPr lang="en-US" dirty="0"/>
          </a:p>
        </p:txBody>
      </p:sp>
    </p:spTree>
    <p:extLst>
      <p:ext uri="{BB962C8B-B14F-4D97-AF65-F5344CB8AC3E}">
        <p14:creationId xmlns:p14="http://schemas.microsoft.com/office/powerpoint/2010/main" val="3062011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A9D18E"/>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80714072-0E81-2BDF-01E2-0C207BF08529}"/>
              </a:ext>
            </a:extLst>
          </p:cNvPr>
          <p:cNvSpPr/>
          <p:nvPr/>
        </p:nvSpPr>
        <p:spPr>
          <a:xfrm rot="16200000">
            <a:off x="5734363" y="2763786"/>
            <a:ext cx="723275" cy="2649966"/>
          </a:xfrm>
          <a:prstGeom prst="roundRect">
            <a:avLst>
              <a:gd name="adj" fmla="val 1856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Earth globe: Americas with solid fill">
            <a:extLst>
              <a:ext uri="{FF2B5EF4-FFF2-40B4-BE49-F238E27FC236}">
                <a16:creationId xmlns:a16="http://schemas.microsoft.com/office/drawing/2014/main" id="{672EC5E6-870D-643E-4723-106B6A2A443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52085" y="1080134"/>
            <a:ext cx="1687830" cy="1687830"/>
          </a:xfrm>
          <a:prstGeom prst="rect">
            <a:avLst/>
          </a:prstGeom>
        </p:spPr>
      </p:pic>
      <p:sp>
        <p:nvSpPr>
          <p:cNvPr id="2" name="TextBox 1">
            <a:extLst>
              <a:ext uri="{FF2B5EF4-FFF2-40B4-BE49-F238E27FC236}">
                <a16:creationId xmlns:a16="http://schemas.microsoft.com/office/drawing/2014/main" id="{1D9B9333-99D3-1474-D3B8-38A9C7A0842E}"/>
              </a:ext>
            </a:extLst>
          </p:cNvPr>
          <p:cNvSpPr txBox="1"/>
          <p:nvPr/>
        </p:nvSpPr>
        <p:spPr>
          <a:xfrm>
            <a:off x="2866025" y="3003856"/>
            <a:ext cx="6459951" cy="1446550"/>
          </a:xfrm>
          <a:prstGeom prst="rect">
            <a:avLst/>
          </a:prstGeom>
          <a:noFill/>
        </p:spPr>
        <p:txBody>
          <a:bodyPr wrap="square" rtlCol="0">
            <a:spAutoFit/>
          </a:bodyPr>
          <a:lstStyle/>
          <a:p>
            <a:pPr algn="ctr" rtl="1"/>
            <a:r>
              <a:rPr lang="fa-IR" sz="4400" dirty="0">
                <a:cs typeface="B Titr" panose="00000700000000000000" pitchFamily="2" charset="-78"/>
              </a:rPr>
              <a:t>از حسن توجه شما عزیزان متشکرم...</a:t>
            </a:r>
            <a:endParaRPr lang="en-US" sz="4400" dirty="0">
              <a:cs typeface="B Titr" panose="00000700000000000000" pitchFamily="2" charset="-78"/>
            </a:endParaRPr>
          </a:p>
        </p:txBody>
      </p:sp>
      <p:pic>
        <p:nvPicPr>
          <p:cNvPr id="4" name="Graphic 3">
            <a:extLst>
              <a:ext uri="{FF2B5EF4-FFF2-40B4-BE49-F238E27FC236}">
                <a16:creationId xmlns:a16="http://schemas.microsoft.com/office/drawing/2014/main" id="{2813A009-D721-8B5C-7679-FC2CACF5350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flipV="1">
            <a:off x="-574907" y="4088769"/>
            <a:ext cx="4393428" cy="5873079"/>
          </a:xfrm>
          <a:prstGeom prst="rect">
            <a:avLst/>
          </a:prstGeom>
          <a:effectLst>
            <a:outerShdw blurRad="508000" sx="102000" sy="102000" algn="ctr" rotWithShape="0">
              <a:prstClr val="black">
                <a:alpha val="40000"/>
              </a:prstClr>
            </a:outerShdw>
          </a:effectLst>
        </p:spPr>
      </p:pic>
      <p:pic>
        <p:nvPicPr>
          <p:cNvPr id="7" name="Graphic 6">
            <a:extLst>
              <a:ext uri="{FF2B5EF4-FFF2-40B4-BE49-F238E27FC236}">
                <a16:creationId xmlns:a16="http://schemas.microsoft.com/office/drawing/2014/main" id="{600407A5-5DE1-648B-0498-B6827CF521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891821" flipH="1" flipV="1">
            <a:off x="9013939" y="-1996995"/>
            <a:ext cx="3850361" cy="5147114"/>
          </a:xfrm>
          <a:prstGeom prst="rect">
            <a:avLst/>
          </a:prstGeom>
          <a:effectLst>
            <a:outerShdw blurRad="508000" sx="102000" sy="102000" algn="ctr" rotWithShape="0">
              <a:prstClr val="black">
                <a:alpha val="40000"/>
              </a:prstClr>
            </a:outerShdw>
          </a:effectLst>
        </p:spPr>
      </p:pic>
      <p:sp>
        <p:nvSpPr>
          <p:cNvPr id="12" name="Slide Number Placeholder 11">
            <a:extLst>
              <a:ext uri="{FF2B5EF4-FFF2-40B4-BE49-F238E27FC236}">
                <a16:creationId xmlns:a16="http://schemas.microsoft.com/office/drawing/2014/main" id="{9B246B3A-6877-85C1-FF96-E1C1FB62AA43}"/>
              </a:ext>
            </a:extLst>
          </p:cNvPr>
          <p:cNvSpPr>
            <a:spLocks noGrp="1"/>
          </p:cNvSpPr>
          <p:nvPr>
            <p:ph type="sldNum" sz="quarter" idx="4"/>
          </p:nvPr>
        </p:nvSpPr>
        <p:spPr/>
        <p:txBody>
          <a:bodyPr/>
          <a:lstStyle/>
          <a:p>
            <a:fld id="{0262F45B-057E-45F1-BF75-BEAC56186E37}" type="slidenum">
              <a:rPr lang="en-US" smtClean="0"/>
              <a:pPr/>
              <a:t>33</a:t>
            </a:fld>
            <a:endParaRPr lang="en-US" dirty="0"/>
          </a:p>
        </p:txBody>
      </p:sp>
    </p:spTree>
    <p:extLst>
      <p:ext uri="{BB962C8B-B14F-4D97-AF65-F5344CB8AC3E}">
        <p14:creationId xmlns:p14="http://schemas.microsoft.com/office/powerpoint/2010/main" val="124048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2385</Words>
  <Application>Microsoft Office PowerPoint</Application>
  <PresentationFormat>Widescreen</PresentationFormat>
  <Paragraphs>256</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Oswald</vt:lpstr>
      <vt:lpstr>B Titr</vt:lpstr>
      <vt:lpstr>IRAN(FaNum)</vt:lpstr>
      <vt:lpstr>Times New Roman</vt:lpstr>
      <vt:lpstr>Calibri</vt:lpstr>
      <vt:lpstr>Mj_Fares Bold</vt:lpstr>
      <vt:lpstr>Roboto Condensed</vt:lpstr>
      <vt:lpstr>Arial</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Slidehall.ir Presentation store</dc:creator>
  <cp:lastModifiedBy>Mohammad Rasoul Zamani</cp:lastModifiedBy>
  <cp:revision>37</cp:revision>
  <dcterms:created xsi:type="dcterms:W3CDTF">2023-08-01T14:00:36Z</dcterms:created>
  <dcterms:modified xsi:type="dcterms:W3CDTF">2026-10-07T16:45:42Z</dcterms:modified>
</cp:coreProperties>
</file>